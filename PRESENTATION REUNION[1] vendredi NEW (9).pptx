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52" r:id="rId2"/>
    <p:sldMasterId id="2147483931" r:id="rId3"/>
  </p:sldMasterIdLst>
  <p:notesMasterIdLst>
    <p:notesMasterId r:id="rId14"/>
  </p:notesMasterIdLst>
  <p:sldIdLst>
    <p:sldId id="257" r:id="rId4"/>
    <p:sldId id="2076138030" r:id="rId5"/>
    <p:sldId id="2076138033" r:id="rId6"/>
    <p:sldId id="2076138034" r:id="rId7"/>
    <p:sldId id="2076138051" r:id="rId8"/>
    <p:sldId id="2076138054" r:id="rId9"/>
    <p:sldId id="2076138053" r:id="rId10"/>
    <p:sldId id="2076138048" r:id="rId11"/>
    <p:sldId id="2076138029" r:id="rId12"/>
    <p:sldId id="2076137985" r:id="rId13"/>
  </p:sldIdLst>
  <p:sldSz cx="12192000" cy="6858000"/>
  <p:notesSz cx="6858000" cy="9144000"/>
  <p:embeddedFontLst>
    <p:embeddedFont>
      <p:font typeface="Figtree ExtraBold" panose="020B0604020202020204" charset="0"/>
      <p:regular r:id="rId15"/>
      <p:bold r:id="rId16"/>
      <p:italic r:id="rId17"/>
      <p:boldItalic r:id="rId18"/>
    </p:embeddedFon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Figtree Medium" panose="020B0604020202020204" charset="0"/>
      <p:regular r:id="rId23"/>
      <p:bold r:id="rId24"/>
      <p:italic r:id="rId25"/>
      <p:boldItalic r:id="rId26"/>
    </p:embeddedFont>
    <p:embeddedFont>
      <p:font typeface="Figtree SemiBold" panose="020B0604020202020204" charset="0"/>
      <p:regular r:id="rId27"/>
      <p:bold r:id="rId28"/>
      <p:italic r:id="rId29"/>
      <p:boldItalic r:id="rId30"/>
    </p:embeddedFont>
    <p:embeddedFont>
      <p:font typeface="Figtree" panose="020B0604020202020204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100"/>
    <a:srgbClr val="CC3300"/>
    <a:srgbClr val="FFF3CD"/>
    <a:srgbClr val="FFFCF3"/>
    <a:srgbClr val="FFFEFB"/>
    <a:srgbClr val="33FF8F"/>
    <a:srgbClr val="FFE78F"/>
    <a:srgbClr val="FFD64A"/>
    <a:srgbClr val="4E73A4"/>
    <a:srgbClr val="F3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5890" autoAdjust="0"/>
  </p:normalViewPr>
  <p:slideViewPr>
    <p:cSldViewPr snapToGrid="0" showGuides="1">
      <p:cViewPr varScale="1">
        <p:scale>
          <a:sx n="82" d="100"/>
          <a:sy n="82" d="100"/>
        </p:scale>
        <p:origin x="715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presProps" Target="presProps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095445-3018-475F-8521-B5B36BDD781D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C56FB33-04BE-4EE5-8B7D-4AC1B20F5C85}">
      <dgm:prSet phldrT="[Texte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fr-FR" sz="2000" b="1" dirty="0" smtClean="0">
              <a:solidFill>
                <a:srgbClr val="002060"/>
              </a:solidFill>
              <a:latin typeface="Century Gothic" panose="020B0502020202020204" pitchFamily="34" charset="0"/>
            </a:rPr>
            <a:t>27</a:t>
          </a:r>
          <a:endParaRPr lang="fr-FR" sz="2000" b="1" dirty="0">
            <a:solidFill>
              <a:srgbClr val="002060"/>
            </a:solidFill>
            <a:latin typeface="Century Gothic" panose="020B0502020202020204" pitchFamily="34" charset="0"/>
          </a:endParaRPr>
        </a:p>
      </dgm:t>
    </dgm:pt>
    <dgm:pt modelId="{2F1E8934-72A9-4AD5-9561-E1F2D8502CA9}" type="parTrans" cxnId="{01262665-EA42-431F-8EA3-4B91A0E71DFA}">
      <dgm:prSet/>
      <dgm:spPr/>
      <dgm:t>
        <a:bodyPr/>
        <a:lstStyle/>
        <a:p>
          <a:endParaRPr lang="fr-FR"/>
        </a:p>
      </dgm:t>
    </dgm:pt>
    <dgm:pt modelId="{3D31CA9D-D540-444B-B3A8-8243491D3F38}" type="sibTrans" cxnId="{01262665-EA42-431F-8EA3-4B91A0E71DFA}">
      <dgm:prSet/>
      <dgm:spPr/>
      <dgm:t>
        <a:bodyPr/>
        <a:lstStyle/>
        <a:p>
          <a:endParaRPr lang="fr-FR"/>
        </a:p>
      </dgm:t>
    </dgm:pt>
    <dgm:pt modelId="{301D5C52-3C5A-41C0-BAB7-B5330503FCCD}">
      <dgm:prSet phldrT="[Texte]" custT="1"/>
      <dgm:spPr>
        <a:solidFill>
          <a:schemeClr val="accent2"/>
        </a:solidFill>
      </dgm:spPr>
      <dgm:t>
        <a:bodyPr/>
        <a:lstStyle/>
        <a:p>
          <a:r>
            <a:rPr lang="fr-FR" sz="2000" b="1" dirty="0" smtClean="0">
              <a:solidFill>
                <a:srgbClr val="002060"/>
              </a:solidFill>
              <a:latin typeface="Century Gothic" panose="020B0502020202020204" pitchFamily="34" charset="0"/>
            </a:rPr>
            <a:t>8</a:t>
          </a:r>
          <a:endParaRPr lang="fr-FR" sz="2000" b="1" dirty="0">
            <a:solidFill>
              <a:srgbClr val="002060"/>
            </a:solidFill>
            <a:latin typeface="Century Gothic" panose="020B0502020202020204" pitchFamily="34" charset="0"/>
          </a:endParaRPr>
        </a:p>
      </dgm:t>
    </dgm:pt>
    <dgm:pt modelId="{9225EC4D-A214-4A46-B41F-DDFCB670D629}" type="parTrans" cxnId="{6B45737C-3D91-42F9-AA44-C1FDF53DDE89}">
      <dgm:prSet/>
      <dgm:spPr/>
      <dgm:t>
        <a:bodyPr/>
        <a:lstStyle/>
        <a:p>
          <a:endParaRPr lang="fr-FR"/>
        </a:p>
      </dgm:t>
    </dgm:pt>
    <dgm:pt modelId="{77BA6217-B315-42D4-87B3-2713C1D3F6CE}" type="sibTrans" cxnId="{6B45737C-3D91-42F9-AA44-C1FDF53DDE89}">
      <dgm:prSet/>
      <dgm:spPr/>
      <dgm:t>
        <a:bodyPr/>
        <a:lstStyle/>
        <a:p>
          <a:endParaRPr lang="fr-FR"/>
        </a:p>
      </dgm:t>
    </dgm:pt>
    <dgm:pt modelId="{8DAF999B-E67E-461D-82D1-C4B481689A64}">
      <dgm:prSet phldrT="[Texte]" custT="1"/>
      <dgm:spPr>
        <a:solidFill>
          <a:srgbClr val="C00000"/>
        </a:solidFill>
      </dgm:spPr>
      <dgm:t>
        <a:bodyPr/>
        <a:lstStyle/>
        <a:p>
          <a:r>
            <a:rPr lang="fr-FR" sz="2000" b="1" dirty="0" smtClean="0">
              <a:latin typeface="Century Gothic" panose="020B0502020202020204" pitchFamily="34" charset="0"/>
            </a:rPr>
            <a:t>1</a:t>
          </a:r>
          <a:endParaRPr lang="fr-FR" sz="2000" b="1" dirty="0">
            <a:latin typeface="Century Gothic" panose="020B0502020202020204" pitchFamily="34" charset="0"/>
          </a:endParaRPr>
        </a:p>
      </dgm:t>
    </dgm:pt>
    <dgm:pt modelId="{BF183F41-B64A-4065-9A4B-1D4D9DBB3B7A}" type="parTrans" cxnId="{54E89178-7D2B-4E4B-BC95-EA4932E8D10F}">
      <dgm:prSet/>
      <dgm:spPr/>
      <dgm:t>
        <a:bodyPr/>
        <a:lstStyle/>
        <a:p>
          <a:endParaRPr lang="fr-FR"/>
        </a:p>
      </dgm:t>
    </dgm:pt>
    <dgm:pt modelId="{6A89A1E0-4CDA-4700-8FBB-85960B1CE37D}" type="sibTrans" cxnId="{54E89178-7D2B-4E4B-BC95-EA4932E8D10F}">
      <dgm:prSet/>
      <dgm:spPr/>
      <dgm:t>
        <a:bodyPr/>
        <a:lstStyle/>
        <a:p>
          <a:endParaRPr lang="fr-FR"/>
        </a:p>
      </dgm:t>
    </dgm:pt>
    <dgm:pt modelId="{AAC21711-F8D7-4077-8CB1-EA4972D341D0}" type="pres">
      <dgm:prSet presAssocID="{FF095445-3018-475F-8521-B5B36BDD781D}" presName="Name0" presStyleCnt="0">
        <dgm:presLayoutVars>
          <dgm:chMax val="7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5E6F06D5-47E9-4FD9-AEB9-306864629C3E}" type="pres">
      <dgm:prSet presAssocID="{FF095445-3018-475F-8521-B5B36BDD781D}" presName="comp1" presStyleCnt="0"/>
      <dgm:spPr/>
    </dgm:pt>
    <dgm:pt modelId="{8EEBE9A1-519B-4762-A821-11BD50B15E37}" type="pres">
      <dgm:prSet presAssocID="{FF095445-3018-475F-8521-B5B36BDD781D}" presName="circle1" presStyleLbl="node1" presStyleIdx="0" presStyleCnt="3" custScaleX="242572" custScaleY="97974"/>
      <dgm:spPr/>
      <dgm:t>
        <a:bodyPr/>
        <a:lstStyle/>
        <a:p>
          <a:endParaRPr lang="fr-FR"/>
        </a:p>
      </dgm:t>
    </dgm:pt>
    <dgm:pt modelId="{789E13B3-EEA8-4E11-BC0E-BE63C988CD02}" type="pres">
      <dgm:prSet presAssocID="{FF095445-3018-475F-8521-B5B36BDD781D}" presName="c1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24C9299-39AD-4690-9DE5-B2D78DF13E13}" type="pres">
      <dgm:prSet presAssocID="{FF095445-3018-475F-8521-B5B36BDD781D}" presName="comp2" presStyleCnt="0"/>
      <dgm:spPr/>
    </dgm:pt>
    <dgm:pt modelId="{504F8A47-1380-46E7-9927-94C45B5F7BA1}" type="pres">
      <dgm:prSet presAssocID="{FF095445-3018-475F-8521-B5B36BDD781D}" presName="circle2" presStyleLbl="node1" presStyleIdx="1" presStyleCnt="3" custScaleX="185561"/>
      <dgm:spPr/>
      <dgm:t>
        <a:bodyPr/>
        <a:lstStyle/>
        <a:p>
          <a:endParaRPr lang="fr-FR"/>
        </a:p>
      </dgm:t>
    </dgm:pt>
    <dgm:pt modelId="{99EFDD97-60F6-420A-8FD6-AE5712FCD731}" type="pres">
      <dgm:prSet presAssocID="{FF095445-3018-475F-8521-B5B36BDD781D}" presName="c2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60E915D-76EF-4207-83BD-E23DC435515B}" type="pres">
      <dgm:prSet presAssocID="{FF095445-3018-475F-8521-B5B36BDD781D}" presName="comp3" presStyleCnt="0"/>
      <dgm:spPr/>
    </dgm:pt>
    <dgm:pt modelId="{D5B08D34-5721-49D6-AE08-DA5F86A7375F}" type="pres">
      <dgm:prSet presAssocID="{FF095445-3018-475F-8521-B5B36BDD781D}" presName="circle3" presStyleLbl="node1" presStyleIdx="2" presStyleCnt="3" custScaleX="197797"/>
      <dgm:spPr/>
      <dgm:t>
        <a:bodyPr/>
        <a:lstStyle/>
        <a:p>
          <a:endParaRPr lang="fr-FR"/>
        </a:p>
      </dgm:t>
    </dgm:pt>
    <dgm:pt modelId="{73BF78EE-6B2E-465E-9203-8676FFB2C560}" type="pres">
      <dgm:prSet presAssocID="{FF095445-3018-475F-8521-B5B36BDD781D}" presName="c3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54E89178-7D2B-4E4B-BC95-EA4932E8D10F}" srcId="{FF095445-3018-475F-8521-B5B36BDD781D}" destId="{8DAF999B-E67E-461D-82D1-C4B481689A64}" srcOrd="2" destOrd="0" parTransId="{BF183F41-B64A-4065-9A4B-1D4D9DBB3B7A}" sibTransId="{6A89A1E0-4CDA-4700-8FBB-85960B1CE37D}"/>
    <dgm:cxn modelId="{C620798B-35DE-4BB7-BADD-A7F32DABC884}" type="presOf" srcId="{8DAF999B-E67E-461D-82D1-C4B481689A64}" destId="{73BF78EE-6B2E-465E-9203-8676FFB2C560}" srcOrd="1" destOrd="0" presId="urn:microsoft.com/office/officeart/2005/8/layout/venn2"/>
    <dgm:cxn modelId="{852A1B37-8059-4016-BB49-8F8E24C7B942}" type="presOf" srcId="{8DAF999B-E67E-461D-82D1-C4B481689A64}" destId="{D5B08D34-5721-49D6-AE08-DA5F86A7375F}" srcOrd="0" destOrd="0" presId="urn:microsoft.com/office/officeart/2005/8/layout/venn2"/>
    <dgm:cxn modelId="{8CC749FB-AC86-46F9-A51C-653390BD94ED}" type="presOf" srcId="{301D5C52-3C5A-41C0-BAB7-B5330503FCCD}" destId="{99EFDD97-60F6-420A-8FD6-AE5712FCD731}" srcOrd="1" destOrd="0" presId="urn:microsoft.com/office/officeart/2005/8/layout/venn2"/>
    <dgm:cxn modelId="{2D1A64CE-9089-499A-8A8A-9D6EE51DC6FC}" type="presOf" srcId="{4C56FB33-04BE-4EE5-8B7D-4AC1B20F5C85}" destId="{8EEBE9A1-519B-4762-A821-11BD50B15E37}" srcOrd="0" destOrd="0" presId="urn:microsoft.com/office/officeart/2005/8/layout/venn2"/>
    <dgm:cxn modelId="{D7B0A4C0-B271-401D-B094-F6B6FB0C5391}" type="presOf" srcId="{301D5C52-3C5A-41C0-BAB7-B5330503FCCD}" destId="{504F8A47-1380-46E7-9927-94C45B5F7BA1}" srcOrd="0" destOrd="0" presId="urn:microsoft.com/office/officeart/2005/8/layout/venn2"/>
    <dgm:cxn modelId="{01262665-EA42-431F-8EA3-4B91A0E71DFA}" srcId="{FF095445-3018-475F-8521-B5B36BDD781D}" destId="{4C56FB33-04BE-4EE5-8B7D-4AC1B20F5C85}" srcOrd="0" destOrd="0" parTransId="{2F1E8934-72A9-4AD5-9561-E1F2D8502CA9}" sibTransId="{3D31CA9D-D540-444B-B3A8-8243491D3F38}"/>
    <dgm:cxn modelId="{738D58C2-308A-4753-8487-625D0BA4E592}" type="presOf" srcId="{4C56FB33-04BE-4EE5-8B7D-4AC1B20F5C85}" destId="{789E13B3-EEA8-4E11-BC0E-BE63C988CD02}" srcOrd="1" destOrd="0" presId="urn:microsoft.com/office/officeart/2005/8/layout/venn2"/>
    <dgm:cxn modelId="{9D5D726E-71D5-467A-9B5C-81193AAC3422}" type="presOf" srcId="{FF095445-3018-475F-8521-B5B36BDD781D}" destId="{AAC21711-F8D7-4077-8CB1-EA4972D341D0}" srcOrd="0" destOrd="0" presId="urn:microsoft.com/office/officeart/2005/8/layout/venn2"/>
    <dgm:cxn modelId="{6B45737C-3D91-42F9-AA44-C1FDF53DDE89}" srcId="{FF095445-3018-475F-8521-B5B36BDD781D}" destId="{301D5C52-3C5A-41C0-BAB7-B5330503FCCD}" srcOrd="1" destOrd="0" parTransId="{9225EC4D-A214-4A46-B41F-DDFCB670D629}" sibTransId="{77BA6217-B315-42D4-87B3-2713C1D3F6CE}"/>
    <dgm:cxn modelId="{3853D70B-8B9C-474F-8DDB-6683E5497F7A}" type="presParOf" srcId="{AAC21711-F8D7-4077-8CB1-EA4972D341D0}" destId="{5E6F06D5-47E9-4FD9-AEB9-306864629C3E}" srcOrd="0" destOrd="0" presId="urn:microsoft.com/office/officeart/2005/8/layout/venn2"/>
    <dgm:cxn modelId="{ED1A8692-99AB-465F-9452-1DFEBC360424}" type="presParOf" srcId="{5E6F06D5-47E9-4FD9-AEB9-306864629C3E}" destId="{8EEBE9A1-519B-4762-A821-11BD50B15E37}" srcOrd="0" destOrd="0" presId="urn:microsoft.com/office/officeart/2005/8/layout/venn2"/>
    <dgm:cxn modelId="{1A10CBC7-BBFF-4110-A500-05D8F71B42A8}" type="presParOf" srcId="{5E6F06D5-47E9-4FD9-AEB9-306864629C3E}" destId="{789E13B3-EEA8-4E11-BC0E-BE63C988CD02}" srcOrd="1" destOrd="0" presId="urn:microsoft.com/office/officeart/2005/8/layout/venn2"/>
    <dgm:cxn modelId="{D4F6340B-9913-4838-BD7D-3C47B028F0B2}" type="presParOf" srcId="{AAC21711-F8D7-4077-8CB1-EA4972D341D0}" destId="{B24C9299-39AD-4690-9DE5-B2D78DF13E13}" srcOrd="1" destOrd="0" presId="urn:microsoft.com/office/officeart/2005/8/layout/venn2"/>
    <dgm:cxn modelId="{EE950E63-22EB-4AFB-9C90-9D6F4B000216}" type="presParOf" srcId="{B24C9299-39AD-4690-9DE5-B2D78DF13E13}" destId="{504F8A47-1380-46E7-9927-94C45B5F7BA1}" srcOrd="0" destOrd="0" presId="urn:microsoft.com/office/officeart/2005/8/layout/venn2"/>
    <dgm:cxn modelId="{F188F241-F85E-43F0-96C8-3E1536F2EB87}" type="presParOf" srcId="{B24C9299-39AD-4690-9DE5-B2D78DF13E13}" destId="{99EFDD97-60F6-420A-8FD6-AE5712FCD731}" srcOrd="1" destOrd="0" presId="urn:microsoft.com/office/officeart/2005/8/layout/venn2"/>
    <dgm:cxn modelId="{D498CC57-21B4-463E-9178-A0CBB59F111B}" type="presParOf" srcId="{AAC21711-F8D7-4077-8CB1-EA4972D341D0}" destId="{560E915D-76EF-4207-83BD-E23DC435515B}" srcOrd="2" destOrd="0" presId="urn:microsoft.com/office/officeart/2005/8/layout/venn2"/>
    <dgm:cxn modelId="{748A0A33-3CBF-4473-80D2-C0D8812E2CA2}" type="presParOf" srcId="{560E915D-76EF-4207-83BD-E23DC435515B}" destId="{D5B08D34-5721-49D6-AE08-DA5F86A7375F}" srcOrd="0" destOrd="0" presId="urn:microsoft.com/office/officeart/2005/8/layout/venn2"/>
    <dgm:cxn modelId="{16D4A4FC-67C7-405B-AEEF-009395A70B96}" type="presParOf" srcId="{560E915D-76EF-4207-83BD-E23DC435515B}" destId="{73BF78EE-6B2E-465E-9203-8676FFB2C560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EBE9A1-519B-4762-A821-11BD50B15E37}">
      <dsp:nvSpPr>
        <dsp:cNvPr id="0" name=""/>
        <dsp:cNvSpPr/>
      </dsp:nvSpPr>
      <dsp:spPr>
        <a:xfrm>
          <a:off x="503854" y="8683"/>
          <a:ext cx="4158896" cy="1679764"/>
        </a:xfrm>
        <a:prstGeom prst="ellipse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b="1" kern="1200" dirty="0" smtClean="0">
              <a:solidFill>
                <a:srgbClr val="002060"/>
              </a:solidFill>
              <a:latin typeface="Century Gothic" panose="020B0502020202020204" pitchFamily="34" charset="0"/>
            </a:rPr>
            <a:t>27</a:t>
          </a:r>
          <a:endParaRPr lang="fr-FR" sz="2000" b="1" kern="1200" dirty="0">
            <a:solidFill>
              <a:srgbClr val="002060"/>
            </a:solidFill>
            <a:latin typeface="Century Gothic" panose="020B0502020202020204" pitchFamily="34" charset="0"/>
          </a:endParaRPr>
        </a:p>
      </dsp:txBody>
      <dsp:txXfrm>
        <a:off x="1856535" y="92672"/>
        <a:ext cx="1453534" cy="251964"/>
      </dsp:txXfrm>
    </dsp:sp>
    <dsp:sp modelId="{504F8A47-1380-46E7-9927-94C45B5F7BA1}">
      <dsp:nvSpPr>
        <dsp:cNvPr id="0" name=""/>
        <dsp:cNvSpPr/>
      </dsp:nvSpPr>
      <dsp:spPr>
        <a:xfrm>
          <a:off x="1390261" y="419941"/>
          <a:ext cx="2386082" cy="1285875"/>
        </a:xfrm>
        <a:prstGeom prst="ellipse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b="1" kern="1200" dirty="0" smtClean="0">
              <a:solidFill>
                <a:srgbClr val="002060"/>
              </a:solidFill>
              <a:latin typeface="Century Gothic" panose="020B0502020202020204" pitchFamily="34" charset="0"/>
            </a:rPr>
            <a:t>8</a:t>
          </a:r>
          <a:endParaRPr lang="fr-FR" sz="2000" b="1" kern="1200" dirty="0">
            <a:solidFill>
              <a:srgbClr val="002060"/>
            </a:solidFill>
            <a:latin typeface="Century Gothic" panose="020B0502020202020204" pitchFamily="34" charset="0"/>
          </a:endParaRPr>
        </a:p>
      </dsp:txBody>
      <dsp:txXfrm>
        <a:off x="2027345" y="500308"/>
        <a:ext cx="1111914" cy="241101"/>
      </dsp:txXfrm>
    </dsp:sp>
    <dsp:sp modelId="{D5B08D34-5721-49D6-AE08-DA5F86A7375F}">
      <dsp:nvSpPr>
        <dsp:cNvPr id="0" name=""/>
        <dsp:cNvSpPr/>
      </dsp:nvSpPr>
      <dsp:spPr>
        <a:xfrm>
          <a:off x="1735495" y="848566"/>
          <a:ext cx="1695614" cy="857250"/>
        </a:xfrm>
        <a:prstGeom prst="ellipse">
          <a:avLst/>
        </a:prstGeom>
        <a:solidFill>
          <a:srgbClr val="C0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0" b="1" kern="1200" dirty="0" smtClean="0">
              <a:latin typeface="Century Gothic" panose="020B0502020202020204" pitchFamily="34" charset="0"/>
            </a:rPr>
            <a:t>1</a:t>
          </a:r>
          <a:endParaRPr lang="fr-FR" sz="2000" b="1" kern="1200" dirty="0">
            <a:latin typeface="Century Gothic" panose="020B0502020202020204" pitchFamily="34" charset="0"/>
          </a:endParaRPr>
        </a:p>
      </dsp:txBody>
      <dsp:txXfrm>
        <a:off x="1983812" y="1062878"/>
        <a:ext cx="1198980" cy="4286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90A5E-E4BE-4EC4-8828-0856B01E44B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1928F-BA6B-445B-B94E-0C8E00AAF1E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73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91928F-BA6B-445B-B94E-0C8E00AAF1E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018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91928F-BA6B-445B-B94E-0C8E00AAF1E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477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91928F-BA6B-445B-B94E-0C8E00AAF1E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720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EF1F3222-7033-48F3-901A-1C7DD26A6558}"/>
              </a:ext>
            </a:extLst>
          </p:cNvPr>
          <p:cNvGrpSpPr/>
          <p:nvPr userDrawn="1"/>
        </p:nvGrpSpPr>
        <p:grpSpPr>
          <a:xfrm>
            <a:off x="4292517" y="1806233"/>
            <a:ext cx="3606966" cy="3245535"/>
            <a:chOff x="10" y="1571847"/>
            <a:chExt cx="3265252" cy="2938062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F8BE6A3-6EF0-E218-05AF-50C2F3AFC181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9" name="Graphic 2">
              <a:extLst>
                <a:ext uri="{FF2B5EF4-FFF2-40B4-BE49-F238E27FC236}">
                  <a16:creationId xmlns:a16="http://schemas.microsoft.com/office/drawing/2014/main" id="{50802DA6-64B1-8FF1-4399-682681A74AE5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41BCFDD-FC3D-7AB0-6174-B3A000BC3C2F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D903F91E-7319-17A5-FBA3-E1CF24BB525F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4EB67C2-5DF6-1943-7045-59D874385148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D4EA71-DECC-676E-BD33-1C28B2E277BE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4866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7FBF8ED-A3E5-34A1-C3ED-7D7B8D6B9C37}"/>
              </a:ext>
            </a:extLst>
          </p:cNvPr>
          <p:cNvSpPr/>
          <p:nvPr userDrawn="1"/>
        </p:nvSpPr>
        <p:spPr>
          <a:xfrm>
            <a:off x="5037422" y="-9395"/>
            <a:ext cx="7154578" cy="6870768"/>
          </a:xfrm>
          <a:custGeom>
            <a:avLst/>
            <a:gdLst>
              <a:gd name="connsiteX0" fmla="*/ 1832666 w 7154578"/>
              <a:gd name="connsiteY0" fmla="*/ 0 h 6870768"/>
              <a:gd name="connsiteX1" fmla="*/ 6340333 w 7154578"/>
              <a:gd name="connsiteY1" fmla="*/ 0 h 6870768"/>
              <a:gd name="connsiteX2" fmla="*/ 6442834 w 7154578"/>
              <a:gd name="connsiteY2" fmla="*/ 49436 h 6870768"/>
              <a:gd name="connsiteX3" fmla="*/ 6855528 w 7154578"/>
              <a:gd name="connsiteY3" fmla="*/ 265497 h 6870768"/>
              <a:gd name="connsiteX4" fmla="*/ 7154578 w 7154578"/>
              <a:gd name="connsiteY4" fmla="*/ 439291 h 6870768"/>
              <a:gd name="connsiteX5" fmla="*/ 7154578 w 7154578"/>
              <a:gd name="connsiteY5" fmla="*/ 6867848 h 6870768"/>
              <a:gd name="connsiteX6" fmla="*/ 7149572 w 7154578"/>
              <a:gd name="connsiteY6" fmla="*/ 6870768 h 6870768"/>
              <a:gd name="connsiteX7" fmla="*/ 665687 w 7154578"/>
              <a:gd name="connsiteY7" fmla="*/ 6870768 h 6870768"/>
              <a:gd name="connsiteX8" fmla="*/ 638668 w 7154578"/>
              <a:gd name="connsiteY8" fmla="*/ 6837130 h 6870768"/>
              <a:gd name="connsiteX9" fmla="*/ 182099 w 7154578"/>
              <a:gd name="connsiteY9" fmla="*/ 5939312 h 6870768"/>
              <a:gd name="connsiteX10" fmla="*/ 22261 w 7154578"/>
              <a:gd name="connsiteY10" fmla="*/ 5202000 h 6870768"/>
              <a:gd name="connsiteX11" fmla="*/ 2012 w 7154578"/>
              <a:gd name="connsiteY11" fmla="*/ 4881201 h 6870768"/>
              <a:gd name="connsiteX12" fmla="*/ 20667 w 7154578"/>
              <a:gd name="connsiteY12" fmla="*/ 4420439 h 6870768"/>
              <a:gd name="connsiteX13" fmla="*/ 66511 w 7154578"/>
              <a:gd name="connsiteY13" fmla="*/ 3926398 h 6870768"/>
              <a:gd name="connsiteX14" fmla="*/ 185288 w 7154578"/>
              <a:gd name="connsiteY14" fmla="*/ 3117181 h 6870768"/>
              <a:gd name="connsiteX15" fmla="*/ 413839 w 7154578"/>
              <a:gd name="connsiteY15" fmla="*/ 2114098 h 6870768"/>
              <a:gd name="connsiteX16" fmla="*/ 1053938 w 7154578"/>
              <a:gd name="connsiteY16" fmla="*/ 760781 h 6870768"/>
              <a:gd name="connsiteX17" fmla="*/ 1636288 w 7154578"/>
              <a:gd name="connsiteY17" fmla="*/ 147775 h 6870768"/>
              <a:gd name="connsiteX18" fmla="*/ 1789388 w 7154578"/>
              <a:gd name="connsiteY18" fmla="*/ 30219 h 687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154578" h="6870768">
                <a:moveTo>
                  <a:pt x="1832666" y="0"/>
                </a:moveTo>
                <a:lnTo>
                  <a:pt x="6340333" y="0"/>
                </a:lnTo>
                <a:lnTo>
                  <a:pt x="6442834" y="49436"/>
                </a:lnTo>
                <a:cubicBezTo>
                  <a:pt x="6581719" y="118948"/>
                  <a:pt x="6719432" y="190711"/>
                  <a:pt x="6855528" y="265497"/>
                </a:cubicBezTo>
                <a:lnTo>
                  <a:pt x="7154578" y="439291"/>
                </a:lnTo>
                <a:lnTo>
                  <a:pt x="7154578" y="6867848"/>
                </a:lnTo>
                <a:lnTo>
                  <a:pt x="7149572" y="6870768"/>
                </a:lnTo>
                <a:lnTo>
                  <a:pt x="665687" y="6870768"/>
                </a:lnTo>
                <a:lnTo>
                  <a:pt x="638668" y="6837130"/>
                </a:lnTo>
                <a:cubicBezTo>
                  <a:pt x="442579" y="6562642"/>
                  <a:pt x="295228" y="6260627"/>
                  <a:pt x="182099" y="5939312"/>
                </a:cubicBezTo>
                <a:cubicBezTo>
                  <a:pt x="98197" y="5700916"/>
                  <a:pt x="52073" y="5453333"/>
                  <a:pt x="22261" y="5202000"/>
                </a:cubicBezTo>
                <a:cubicBezTo>
                  <a:pt x="9513" y="5095036"/>
                  <a:pt x="7262" y="4987603"/>
                  <a:pt x="2012" y="4881201"/>
                </a:cubicBezTo>
                <a:cubicBezTo>
                  <a:pt x="-5488" y="4728207"/>
                  <a:pt x="9607" y="4573807"/>
                  <a:pt x="20667" y="4420439"/>
                </a:cubicBezTo>
                <a:cubicBezTo>
                  <a:pt x="32574" y="4255540"/>
                  <a:pt x="50385" y="4091015"/>
                  <a:pt x="66511" y="3926398"/>
                </a:cubicBezTo>
                <a:cubicBezTo>
                  <a:pt x="93136" y="3654814"/>
                  <a:pt x="134662" y="3385202"/>
                  <a:pt x="185288" y="3117181"/>
                </a:cubicBezTo>
                <a:cubicBezTo>
                  <a:pt x="249034" y="2780071"/>
                  <a:pt x="325717" y="2445959"/>
                  <a:pt x="413839" y="2114098"/>
                </a:cubicBezTo>
                <a:cubicBezTo>
                  <a:pt x="544239" y="1623150"/>
                  <a:pt x="750106" y="1168857"/>
                  <a:pt x="1053938" y="760781"/>
                </a:cubicBezTo>
                <a:cubicBezTo>
                  <a:pt x="1223336" y="533352"/>
                  <a:pt x="1415516" y="325143"/>
                  <a:pt x="1636288" y="147775"/>
                </a:cubicBezTo>
                <a:cubicBezTo>
                  <a:pt x="1686629" y="107347"/>
                  <a:pt x="1737656" y="68142"/>
                  <a:pt x="1789388" y="30219"/>
                </a:cubicBezTo>
                <a:close/>
              </a:path>
            </a:pathLst>
          </a:custGeom>
          <a:solidFill>
            <a:srgbClr val="FFF3CD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C001DA4-264A-E340-F8A0-D9042C008F0A}"/>
              </a:ext>
            </a:extLst>
          </p:cNvPr>
          <p:cNvSpPr/>
          <p:nvPr/>
        </p:nvSpPr>
        <p:spPr>
          <a:xfrm>
            <a:off x="5891303" y="152927"/>
            <a:ext cx="6300697" cy="6708446"/>
          </a:xfrm>
          <a:custGeom>
            <a:avLst/>
            <a:gdLst>
              <a:gd name="connsiteX0" fmla="*/ 3115276 w 6300697"/>
              <a:gd name="connsiteY0" fmla="*/ 1109 h 6708446"/>
              <a:gd name="connsiteX1" fmla="*/ 4236667 w 6300697"/>
              <a:gd name="connsiteY1" fmla="*/ 225350 h 6708446"/>
              <a:gd name="connsiteX2" fmla="*/ 5326933 w 6300697"/>
              <a:gd name="connsiteY2" fmla="*/ 703267 h 6708446"/>
              <a:gd name="connsiteX3" fmla="*/ 6115279 w 6300697"/>
              <a:gd name="connsiteY3" fmla="*/ 1154444 h 6708446"/>
              <a:gd name="connsiteX4" fmla="*/ 6300697 w 6300697"/>
              <a:gd name="connsiteY4" fmla="*/ 1279727 h 6708446"/>
              <a:gd name="connsiteX5" fmla="*/ 6300697 w 6300697"/>
              <a:gd name="connsiteY5" fmla="*/ 5699916 h 6708446"/>
              <a:gd name="connsiteX6" fmla="*/ 6207864 w 6300697"/>
              <a:gd name="connsiteY6" fmla="*/ 5761710 h 6708446"/>
              <a:gd name="connsiteX7" fmla="*/ 4981853 w 6300697"/>
              <a:gd name="connsiteY7" fmla="*/ 6439682 h 6708446"/>
              <a:gd name="connsiteX8" fmla="*/ 4525305 w 6300697"/>
              <a:gd name="connsiteY8" fmla="*/ 6651947 h 6708446"/>
              <a:gd name="connsiteX9" fmla="*/ 4385518 w 6300697"/>
              <a:gd name="connsiteY9" fmla="*/ 6708446 h 6708446"/>
              <a:gd name="connsiteX10" fmla="*/ 1007892 w 6300697"/>
              <a:gd name="connsiteY10" fmla="*/ 6708446 h 6708446"/>
              <a:gd name="connsiteX11" fmla="*/ 971116 w 6300697"/>
              <a:gd name="connsiteY11" fmla="*/ 6681640 h 6708446"/>
              <a:gd name="connsiteX12" fmla="*/ 25594 w 6300697"/>
              <a:gd name="connsiteY12" fmla="*/ 5054115 h 6708446"/>
              <a:gd name="connsiteX13" fmla="*/ 24094 w 6300697"/>
              <a:gd name="connsiteY13" fmla="*/ 4168027 h 6708446"/>
              <a:gd name="connsiteX14" fmla="*/ 184868 w 6300697"/>
              <a:gd name="connsiteY14" fmla="*/ 3005389 h 6708446"/>
              <a:gd name="connsiteX15" fmla="*/ 518418 w 6300697"/>
              <a:gd name="connsiteY15" fmla="*/ 1748441 h 6708446"/>
              <a:gd name="connsiteX16" fmla="*/ 755969 w 6300697"/>
              <a:gd name="connsiteY16" fmla="*/ 1288618 h 6708446"/>
              <a:gd name="connsiteX17" fmla="*/ 2189347 w 6300697"/>
              <a:gd name="connsiteY17" fmla="*/ 150353 h 6708446"/>
              <a:gd name="connsiteX18" fmla="*/ 3115369 w 6300697"/>
              <a:gd name="connsiteY18" fmla="*/ 1296 h 670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300697" h="6708446">
                <a:moveTo>
                  <a:pt x="3115276" y="1109"/>
                </a:moveTo>
                <a:cubicBezTo>
                  <a:pt x="3498603" y="-12015"/>
                  <a:pt x="3870025" y="93073"/>
                  <a:pt x="4236667" y="225350"/>
                </a:cubicBezTo>
                <a:cubicBezTo>
                  <a:pt x="4610901" y="360250"/>
                  <a:pt x="4972667" y="523931"/>
                  <a:pt x="5326933" y="703267"/>
                </a:cubicBezTo>
                <a:cubicBezTo>
                  <a:pt x="5597413" y="840160"/>
                  <a:pt x="5860881" y="989761"/>
                  <a:pt x="6115279" y="1154444"/>
                </a:cubicBezTo>
                <a:lnTo>
                  <a:pt x="6300697" y="1279727"/>
                </a:lnTo>
                <a:lnTo>
                  <a:pt x="6300697" y="5699916"/>
                </a:lnTo>
                <a:lnTo>
                  <a:pt x="6207864" y="5761710"/>
                </a:lnTo>
                <a:cubicBezTo>
                  <a:pt x="5813475" y="6013418"/>
                  <a:pt x="5401367" y="6232878"/>
                  <a:pt x="4981853" y="6439682"/>
                </a:cubicBezTo>
                <a:cubicBezTo>
                  <a:pt x="4831016" y="6514022"/>
                  <a:pt x="4678895" y="6585000"/>
                  <a:pt x="4525305" y="6651947"/>
                </a:cubicBezTo>
                <a:lnTo>
                  <a:pt x="4385518" y="6708446"/>
                </a:lnTo>
                <a:lnTo>
                  <a:pt x="1007892" y="6708446"/>
                </a:lnTo>
                <a:lnTo>
                  <a:pt x="971116" y="6681640"/>
                </a:lnTo>
                <a:cubicBezTo>
                  <a:pt x="438264" y="6271221"/>
                  <a:pt x="123560" y="5723180"/>
                  <a:pt x="25594" y="5054115"/>
                </a:cubicBezTo>
                <a:cubicBezTo>
                  <a:pt x="-17716" y="4758441"/>
                  <a:pt x="2439" y="4463796"/>
                  <a:pt x="24094" y="4168027"/>
                </a:cubicBezTo>
                <a:cubicBezTo>
                  <a:pt x="52781" y="3776732"/>
                  <a:pt x="107248" y="3388997"/>
                  <a:pt x="184868" y="3005389"/>
                </a:cubicBezTo>
                <a:cubicBezTo>
                  <a:pt x="270928" y="2580251"/>
                  <a:pt x="357456" y="2154081"/>
                  <a:pt x="518418" y="1748441"/>
                </a:cubicBezTo>
                <a:cubicBezTo>
                  <a:pt x="582351" y="1587386"/>
                  <a:pt x="657442" y="1430736"/>
                  <a:pt x="755969" y="1288618"/>
                </a:cubicBezTo>
                <a:cubicBezTo>
                  <a:pt x="1118673" y="765514"/>
                  <a:pt x="1580279" y="363437"/>
                  <a:pt x="2189347" y="150353"/>
                </a:cubicBezTo>
                <a:cubicBezTo>
                  <a:pt x="2484647" y="47045"/>
                  <a:pt x="2789415" y="-6485"/>
                  <a:pt x="3115369" y="1296"/>
                </a:cubicBezTo>
                <a:close/>
              </a:path>
            </a:pathLst>
          </a:custGeom>
          <a:solidFill>
            <a:srgbClr val="FFE78F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A7ACFD-3724-F602-0336-0F044479E188}"/>
              </a:ext>
            </a:extLst>
          </p:cNvPr>
          <p:cNvSpPr/>
          <p:nvPr/>
        </p:nvSpPr>
        <p:spPr>
          <a:xfrm>
            <a:off x="6748727" y="995807"/>
            <a:ext cx="5443273" cy="5486533"/>
          </a:xfrm>
          <a:custGeom>
            <a:avLst/>
            <a:gdLst>
              <a:gd name="connsiteX0" fmla="*/ 2208674 w 5443273"/>
              <a:gd name="connsiteY0" fmla="*/ 452 h 5486533"/>
              <a:gd name="connsiteX1" fmla="*/ 2343537 w 5443273"/>
              <a:gd name="connsiteY1" fmla="*/ 2034 h 5486533"/>
              <a:gd name="connsiteX2" fmla="*/ 3083661 w 5443273"/>
              <a:gd name="connsiteY2" fmla="*/ 176122 h 5486533"/>
              <a:gd name="connsiteX3" fmla="*/ 4238425 w 5443273"/>
              <a:gd name="connsiteY3" fmla="*/ 696881 h 5486533"/>
              <a:gd name="connsiteX4" fmla="*/ 5321660 w 5443273"/>
              <a:gd name="connsiteY4" fmla="*/ 1403070 h 5486533"/>
              <a:gd name="connsiteX5" fmla="*/ 5428581 w 5443273"/>
              <a:gd name="connsiteY5" fmla="*/ 1499272 h 5486533"/>
              <a:gd name="connsiteX6" fmla="*/ 5443273 w 5443273"/>
              <a:gd name="connsiteY6" fmla="*/ 1514791 h 5486533"/>
              <a:gd name="connsiteX7" fmla="*/ 5443273 w 5443273"/>
              <a:gd name="connsiteY7" fmla="*/ 3782006 h 5486533"/>
              <a:gd name="connsiteX8" fmla="*/ 5435475 w 5443273"/>
              <a:gd name="connsiteY8" fmla="*/ 3790991 h 5486533"/>
              <a:gd name="connsiteX9" fmla="*/ 4975175 w 5443273"/>
              <a:gd name="connsiteY9" fmla="*/ 4153485 h 5486533"/>
              <a:gd name="connsiteX10" fmla="*/ 3776632 w 5443273"/>
              <a:gd name="connsiteY10" fmla="*/ 4822551 h 5486533"/>
              <a:gd name="connsiteX11" fmla="*/ 2817797 w 5443273"/>
              <a:gd name="connsiteY11" fmla="*/ 5216379 h 5486533"/>
              <a:gd name="connsiteX12" fmla="*/ 1984864 w 5443273"/>
              <a:gd name="connsiteY12" fmla="*/ 5461149 h 5486533"/>
              <a:gd name="connsiteX13" fmla="*/ 1642785 w 5443273"/>
              <a:gd name="connsiteY13" fmla="*/ 5486086 h 5486533"/>
              <a:gd name="connsiteX14" fmla="*/ 426899 w 5443273"/>
              <a:gd name="connsiteY14" fmla="*/ 4965420 h 5486533"/>
              <a:gd name="connsiteX15" fmla="*/ 25291 w 5443273"/>
              <a:gd name="connsiteY15" fmla="*/ 4123768 h 5486533"/>
              <a:gd name="connsiteX16" fmla="*/ 21541 w 5443273"/>
              <a:gd name="connsiteY16" fmla="*/ 3434266 h 5486533"/>
              <a:gd name="connsiteX17" fmla="*/ 81257 w 5443273"/>
              <a:gd name="connsiteY17" fmla="*/ 2878633 h 5486533"/>
              <a:gd name="connsiteX18" fmla="*/ 410492 w 5443273"/>
              <a:gd name="connsiteY18" fmla="*/ 1362571 h 5486533"/>
              <a:gd name="connsiteX19" fmla="*/ 1321143 w 5443273"/>
              <a:gd name="connsiteY19" fmla="*/ 243056 h 5486533"/>
              <a:gd name="connsiteX20" fmla="*/ 2208674 w 5443273"/>
              <a:gd name="connsiteY20" fmla="*/ 452 h 5486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443273" h="5486533">
                <a:moveTo>
                  <a:pt x="2208674" y="452"/>
                </a:moveTo>
                <a:cubicBezTo>
                  <a:pt x="2253323" y="-491"/>
                  <a:pt x="2298281" y="42"/>
                  <a:pt x="2343537" y="2034"/>
                </a:cubicBezTo>
                <a:cubicBezTo>
                  <a:pt x="2599838" y="13379"/>
                  <a:pt x="2844234" y="87250"/>
                  <a:pt x="3083661" y="176122"/>
                </a:cubicBezTo>
                <a:cubicBezTo>
                  <a:pt x="3480488" y="323303"/>
                  <a:pt x="3866067" y="495702"/>
                  <a:pt x="4238425" y="696881"/>
                </a:cubicBezTo>
                <a:cubicBezTo>
                  <a:pt x="4618847" y="902372"/>
                  <a:pt x="4988113" y="1125395"/>
                  <a:pt x="5321660" y="1403070"/>
                </a:cubicBezTo>
                <a:cubicBezTo>
                  <a:pt x="5358936" y="1434100"/>
                  <a:pt x="5394589" y="1466168"/>
                  <a:pt x="5428581" y="1499272"/>
                </a:cubicBezTo>
                <a:lnTo>
                  <a:pt x="5443273" y="1514791"/>
                </a:lnTo>
                <a:lnTo>
                  <a:pt x="5443273" y="3782006"/>
                </a:lnTo>
                <a:lnTo>
                  <a:pt x="5435475" y="3790991"/>
                </a:lnTo>
                <a:cubicBezTo>
                  <a:pt x="5298969" y="3931096"/>
                  <a:pt x="5141318" y="4047248"/>
                  <a:pt x="4975175" y="4153485"/>
                </a:cubicBezTo>
                <a:cubicBezTo>
                  <a:pt x="4588941" y="4400412"/>
                  <a:pt x="4190895" y="4626153"/>
                  <a:pt x="3776632" y="4822551"/>
                </a:cubicBezTo>
                <a:cubicBezTo>
                  <a:pt x="3464083" y="4970764"/>
                  <a:pt x="3144315" y="5101727"/>
                  <a:pt x="2817797" y="5216379"/>
                </a:cubicBezTo>
                <a:cubicBezTo>
                  <a:pt x="2544341" y="5312375"/>
                  <a:pt x="2268727" y="5400589"/>
                  <a:pt x="1984864" y="5461149"/>
                </a:cubicBezTo>
                <a:cubicBezTo>
                  <a:pt x="1872087" y="5485243"/>
                  <a:pt x="1757998" y="5487867"/>
                  <a:pt x="1642785" y="5486086"/>
                </a:cubicBezTo>
                <a:cubicBezTo>
                  <a:pt x="1161680" y="5490305"/>
                  <a:pt x="753416" y="5319686"/>
                  <a:pt x="426899" y="4965420"/>
                </a:cubicBezTo>
                <a:cubicBezTo>
                  <a:pt x="207533" y="4727399"/>
                  <a:pt x="82663" y="4441849"/>
                  <a:pt x="25291" y="4123768"/>
                </a:cubicBezTo>
                <a:cubicBezTo>
                  <a:pt x="-16239" y="3893246"/>
                  <a:pt x="1385" y="3664411"/>
                  <a:pt x="21541" y="3434266"/>
                </a:cubicBezTo>
                <a:cubicBezTo>
                  <a:pt x="37758" y="3248555"/>
                  <a:pt x="55289" y="3063313"/>
                  <a:pt x="81257" y="2878633"/>
                </a:cubicBezTo>
                <a:cubicBezTo>
                  <a:pt x="153534" y="2365092"/>
                  <a:pt x="250937" y="1855864"/>
                  <a:pt x="410492" y="1362571"/>
                </a:cubicBezTo>
                <a:cubicBezTo>
                  <a:pt x="567706" y="876311"/>
                  <a:pt x="871536" y="497483"/>
                  <a:pt x="1321143" y="243056"/>
                </a:cubicBezTo>
                <a:cubicBezTo>
                  <a:pt x="1598807" y="85973"/>
                  <a:pt x="1896136" y="7052"/>
                  <a:pt x="2208674" y="452"/>
                </a:cubicBezTo>
                <a:close/>
              </a:path>
            </a:pathLst>
          </a:custGeom>
          <a:solidFill>
            <a:srgbClr val="FFD64A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8330B6-D64F-7E70-CDC7-98F38A2B90B4}"/>
              </a:ext>
            </a:extLst>
          </p:cNvPr>
          <p:cNvSpPr/>
          <p:nvPr/>
        </p:nvSpPr>
        <p:spPr>
          <a:xfrm>
            <a:off x="7612951" y="1779387"/>
            <a:ext cx="4294158" cy="3863667"/>
          </a:xfrm>
          <a:custGeom>
            <a:avLst/>
            <a:gdLst>
              <a:gd name="connsiteX0" fmla="*/ 853600 w 3310216"/>
              <a:gd name="connsiteY0" fmla="*/ 2947002 h 2978365"/>
              <a:gd name="connsiteX1" fmla="*/ 2977484 w 3310216"/>
              <a:gd name="connsiteY1" fmla="*/ 1966792 h 2978365"/>
              <a:gd name="connsiteX2" fmla="*/ 3105033 w 3310216"/>
              <a:gd name="connsiteY2" fmla="*/ 963530 h 2978365"/>
              <a:gd name="connsiteX3" fmla="*/ 1354256 w 3310216"/>
              <a:gd name="connsiteY3" fmla="*/ 39904 h 2978365"/>
              <a:gd name="connsiteX4" fmla="*/ 272657 w 3310216"/>
              <a:gd name="connsiteY4" fmla="*/ 659508 h 2978365"/>
              <a:gd name="connsiteX5" fmla="*/ 84767 w 3310216"/>
              <a:gd name="connsiteY5" fmla="*/ 1504509 h 2978365"/>
              <a:gd name="connsiteX6" fmla="*/ 939 w 3310216"/>
              <a:gd name="connsiteY6" fmla="*/ 2285628 h 2978365"/>
              <a:gd name="connsiteX7" fmla="*/ 853600 w 3310216"/>
              <a:gd name="connsiteY7" fmla="*/ 2946930 h 2978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10216" h="2978365">
                <a:moveTo>
                  <a:pt x="853600" y="2947002"/>
                </a:moveTo>
                <a:cubicBezTo>
                  <a:pt x="1598730" y="2746321"/>
                  <a:pt x="2333454" y="2402915"/>
                  <a:pt x="2977484" y="1966792"/>
                </a:cubicBezTo>
                <a:cubicBezTo>
                  <a:pt x="3415269" y="1670359"/>
                  <a:pt x="3381376" y="1207426"/>
                  <a:pt x="3105033" y="963530"/>
                </a:cubicBezTo>
                <a:cubicBezTo>
                  <a:pt x="2749197" y="649536"/>
                  <a:pt x="1961141" y="227433"/>
                  <a:pt x="1354256" y="39904"/>
                </a:cubicBezTo>
                <a:cubicBezTo>
                  <a:pt x="861477" y="-112360"/>
                  <a:pt x="406204" y="187614"/>
                  <a:pt x="272657" y="659508"/>
                </a:cubicBezTo>
                <a:cubicBezTo>
                  <a:pt x="194249" y="936502"/>
                  <a:pt x="131233" y="1218555"/>
                  <a:pt x="84767" y="1504509"/>
                </a:cubicBezTo>
                <a:cubicBezTo>
                  <a:pt x="40685" y="1775577"/>
                  <a:pt x="12862" y="2022581"/>
                  <a:pt x="939" y="2285628"/>
                </a:cubicBezTo>
                <a:cubicBezTo>
                  <a:pt x="-21536" y="2781514"/>
                  <a:pt x="362411" y="3079248"/>
                  <a:pt x="853600" y="2946930"/>
                </a:cubicBezTo>
                <a:close/>
              </a:path>
            </a:pathLst>
          </a:custGeom>
          <a:solidFill>
            <a:schemeClr val="accent2"/>
          </a:solidFill>
          <a:ln w="72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1B998F-76F1-1A67-154F-36E29AEADA74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06438" y="5967781"/>
            <a:ext cx="6571629" cy="2682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Optional date</a:t>
            </a:r>
            <a:endParaRPr lang="en-GB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3553166-BA99-4613-DF77-A99AE73FA1B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06438" y="4232275"/>
            <a:ext cx="6571629" cy="456683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i="1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Optional subtitle</a:t>
            </a:r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7ADF8E-9895-4B74-1F42-A63327AEF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438" y="2440172"/>
            <a:ext cx="6573600" cy="653904"/>
          </a:xfrm>
          <a:prstGeom prst="rect">
            <a:avLst/>
          </a:prstGeom>
        </p:spPr>
        <p:txBody>
          <a:bodyPr anchor="b"/>
          <a:lstStyle>
            <a:lvl1pPr>
              <a:defRPr sz="5400" i="1"/>
            </a:lvl1pPr>
          </a:lstStyle>
          <a:p>
            <a:r>
              <a:rPr lang="en-US" dirty="0"/>
              <a:t>Title first line</a:t>
            </a:r>
            <a:endParaRPr lang="en-GB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D400424-CAC2-5016-BF81-09389FD3CE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6438" y="2978191"/>
            <a:ext cx="6573600" cy="636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5400" i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Title second 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6F6A16-E716-F80C-7C1E-8A64CE27F82F}"/>
              </a:ext>
            </a:extLst>
          </p:cNvPr>
          <p:cNvGrpSpPr/>
          <p:nvPr userDrawn="1"/>
        </p:nvGrpSpPr>
        <p:grpSpPr>
          <a:xfrm>
            <a:off x="9966576" y="712788"/>
            <a:ext cx="1506287" cy="1355352"/>
            <a:chOff x="10" y="1571847"/>
            <a:chExt cx="3265252" cy="293806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B12F6A41-8984-0810-D9C8-2751CFC5531F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6" name="Graphic 2">
              <a:extLst>
                <a:ext uri="{FF2B5EF4-FFF2-40B4-BE49-F238E27FC236}">
                  <a16:creationId xmlns:a16="http://schemas.microsoft.com/office/drawing/2014/main" id="{53660DC2-0ADB-347F-0301-48CD0256B9CC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073EC5E4-80E6-D1C9-09F7-5AAE8572B5F4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64CC8A3-E82E-179E-0FC3-AF893DC6759E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CA1E9E51-9BE1-BC5D-F19B-A2C2B6199752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1BA3C86-CBB4-32D8-3502-EB08F0494846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703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B8024D0-9D22-20BD-1416-B1D8CD73C3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836521" cy="4750331"/>
          </a:xfrm>
          <a:custGeom>
            <a:avLst/>
            <a:gdLst>
              <a:gd name="connsiteX0" fmla="*/ 0 w 8010033"/>
              <a:gd name="connsiteY0" fmla="*/ 0 h 5565741"/>
              <a:gd name="connsiteX1" fmla="*/ 7439967 w 8010033"/>
              <a:gd name="connsiteY1" fmla="*/ 0 h 5565741"/>
              <a:gd name="connsiteX2" fmla="*/ 7443545 w 8010033"/>
              <a:gd name="connsiteY2" fmla="*/ 3000 h 5565741"/>
              <a:gd name="connsiteX3" fmla="*/ 7091396 w 8010033"/>
              <a:gd name="connsiteY3" fmla="*/ 2772897 h 5565741"/>
              <a:gd name="connsiteX4" fmla="*/ 1227585 w 8010033"/>
              <a:gd name="connsiteY4" fmla="*/ 5479150 h 5565741"/>
              <a:gd name="connsiteX5" fmla="*/ 1227585 w 8010033"/>
              <a:gd name="connsiteY5" fmla="*/ 5478952 h 5565741"/>
              <a:gd name="connsiteX6" fmla="*/ 68174 w 8010033"/>
              <a:gd name="connsiteY6" fmla="*/ 5493125 h 5565741"/>
              <a:gd name="connsiteX7" fmla="*/ 0 w 8010033"/>
              <a:gd name="connsiteY7" fmla="*/ 5468878 h 5565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10033" h="5565741">
                <a:moveTo>
                  <a:pt x="0" y="0"/>
                </a:moveTo>
                <a:lnTo>
                  <a:pt x="7439967" y="0"/>
                </a:lnTo>
                <a:lnTo>
                  <a:pt x="7443545" y="3000"/>
                </a:lnTo>
                <a:cubicBezTo>
                  <a:pt x="8206498" y="676370"/>
                  <a:pt x="8300074" y="1954478"/>
                  <a:pt x="7091396" y="2772897"/>
                </a:cubicBezTo>
                <a:cubicBezTo>
                  <a:pt x="5313300" y="3976985"/>
                  <a:pt x="3284808" y="4925092"/>
                  <a:pt x="1227585" y="5479150"/>
                </a:cubicBezTo>
                <a:lnTo>
                  <a:pt x="1227585" y="5478952"/>
                </a:lnTo>
                <a:cubicBezTo>
                  <a:pt x="803798" y="5593113"/>
                  <a:pt x="408925" y="5591324"/>
                  <a:pt x="68174" y="5493125"/>
                </a:cubicBezTo>
                <a:lnTo>
                  <a:pt x="0" y="546887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6A8E4A4-5510-F014-3374-67211632BA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01234" y="5982077"/>
            <a:ext cx="6571629" cy="2682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Optional date</a:t>
            </a:r>
            <a:endParaRPr lang="en-GB" dirty="0"/>
          </a:p>
        </p:txBody>
      </p:sp>
      <p:sp>
        <p:nvSpPr>
          <p:cNvPr id="5" name="Text Placeholder 30">
            <a:extLst>
              <a:ext uri="{FF2B5EF4-FFF2-40B4-BE49-F238E27FC236}">
                <a16:creationId xmlns:a16="http://schemas.microsoft.com/office/drawing/2014/main" id="{FC5245E9-0055-96DF-8B78-BD0BECCCAB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01234" y="5042147"/>
            <a:ext cx="6571629" cy="456683"/>
          </a:xfrm>
        </p:spPr>
        <p:txBody>
          <a:bodyPr vert="horz" lIns="0" tIns="0" rIns="0" bIns="0" rtlCol="0">
            <a:noAutofit/>
          </a:bodyPr>
          <a:lstStyle>
            <a:lvl1pPr>
              <a:defRPr lang="en-GB" sz="2400" b="0" i="1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Optional subtitle</a:t>
            </a:r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0AF1F14-8CDD-6A7B-0E6E-20A8879C6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1234" y="3430690"/>
            <a:ext cx="6573600" cy="653904"/>
          </a:xfrm>
          <a:prstGeom prst="rect">
            <a:avLst/>
          </a:prstGeom>
        </p:spPr>
        <p:txBody>
          <a:bodyPr anchor="t"/>
          <a:lstStyle>
            <a:lvl1pPr>
              <a:defRPr sz="5400" i="1"/>
            </a:lvl1pPr>
          </a:lstStyle>
          <a:p>
            <a:r>
              <a:rPr lang="en-US" dirty="0"/>
              <a:t>Title first line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6E2BA7A-9850-9831-C23B-15B9319123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901234" y="4084594"/>
            <a:ext cx="6573600" cy="636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5400" i="1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Title second line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F3F8A3-1C47-C077-D914-C8C05320AA84}"/>
              </a:ext>
            </a:extLst>
          </p:cNvPr>
          <p:cNvGrpSpPr/>
          <p:nvPr userDrawn="1"/>
        </p:nvGrpSpPr>
        <p:grpSpPr>
          <a:xfrm>
            <a:off x="9966576" y="712788"/>
            <a:ext cx="1506287" cy="1355352"/>
            <a:chOff x="10" y="1571847"/>
            <a:chExt cx="3265252" cy="2938062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248F8CB-935B-F2B0-3721-FC818279E4A6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2" name="Graphic 2">
              <a:extLst>
                <a:ext uri="{FF2B5EF4-FFF2-40B4-BE49-F238E27FC236}">
                  <a16:creationId xmlns:a16="http://schemas.microsoft.com/office/drawing/2014/main" id="{74B3B26C-DEA7-C06E-462D-22CCE22C919E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8F55D81-7536-8845-00E9-60F5F9981B3F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CDDC59B-042F-059D-F312-6DED65D4DD9F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51593E6-57CF-2AD4-6FC0-93B4FC1E451A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657C790-C1E5-A70D-778E-6C6D091A8044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6338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5ABE54D-1672-5F34-36C7-25C164DED89A}"/>
              </a:ext>
            </a:extLst>
          </p:cNvPr>
          <p:cNvSpPr/>
          <p:nvPr userDrawn="1"/>
        </p:nvSpPr>
        <p:spPr>
          <a:xfrm>
            <a:off x="7714854" y="0"/>
            <a:ext cx="4477147" cy="6381862"/>
          </a:xfrm>
          <a:custGeom>
            <a:avLst/>
            <a:gdLst>
              <a:gd name="connsiteX0" fmla="*/ 747349 w 4477147"/>
              <a:gd name="connsiteY0" fmla="*/ 0 h 6381862"/>
              <a:gd name="connsiteX1" fmla="*/ 4477147 w 4477147"/>
              <a:gd name="connsiteY1" fmla="*/ 0 h 6381862"/>
              <a:gd name="connsiteX2" fmla="*/ 4477147 w 4477147"/>
              <a:gd name="connsiteY2" fmla="*/ 5581391 h 6381862"/>
              <a:gd name="connsiteX3" fmla="*/ 4270159 w 4477147"/>
              <a:gd name="connsiteY3" fmla="*/ 5664611 h 6381862"/>
              <a:gd name="connsiteX4" fmla="*/ 2356694 w 4477147"/>
              <a:gd name="connsiteY4" fmla="*/ 6295271 h 6381862"/>
              <a:gd name="connsiteX5" fmla="*/ 2356694 w 4477147"/>
              <a:gd name="connsiteY5" fmla="*/ 6295073 h 6381862"/>
              <a:gd name="connsiteX6" fmla="*/ 2592 w 4477147"/>
              <a:gd name="connsiteY6" fmla="*/ 4469290 h 6381862"/>
              <a:gd name="connsiteX7" fmla="*/ 234032 w 4477147"/>
              <a:gd name="connsiteY7" fmla="*/ 2312705 h 6381862"/>
              <a:gd name="connsiteX8" fmla="*/ 598436 w 4477147"/>
              <a:gd name="connsiteY8" fmla="*/ 555881 h 638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77147" h="6381862">
                <a:moveTo>
                  <a:pt x="747349" y="0"/>
                </a:moveTo>
                <a:lnTo>
                  <a:pt x="4477147" y="0"/>
                </a:lnTo>
                <a:lnTo>
                  <a:pt x="4477147" y="5581391"/>
                </a:lnTo>
                <a:lnTo>
                  <a:pt x="4270159" y="5664611"/>
                </a:lnTo>
                <a:cubicBezTo>
                  <a:pt x="3639653" y="5910503"/>
                  <a:pt x="2999576" y="6122128"/>
                  <a:pt x="2356694" y="6295271"/>
                </a:cubicBezTo>
                <a:lnTo>
                  <a:pt x="2356694" y="6295073"/>
                </a:lnTo>
                <a:cubicBezTo>
                  <a:pt x="1000575" y="6660388"/>
                  <a:pt x="-59461" y="5838377"/>
                  <a:pt x="2592" y="4469290"/>
                </a:cubicBezTo>
                <a:cubicBezTo>
                  <a:pt x="35510" y="3743046"/>
                  <a:pt x="112326" y="3061094"/>
                  <a:pt x="234032" y="2312705"/>
                </a:cubicBezTo>
                <a:cubicBezTo>
                  <a:pt x="330248" y="1720589"/>
                  <a:pt x="452165" y="1134531"/>
                  <a:pt x="598436" y="555881"/>
                </a:cubicBezTo>
                <a:close/>
              </a:path>
            </a:pathLst>
          </a:custGeom>
          <a:solidFill>
            <a:schemeClr val="accent1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4D4E9-C582-DF19-5D6E-40BA80390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438" y="3626034"/>
            <a:ext cx="6287293" cy="653904"/>
          </a:xfrm>
          <a:prstGeom prst="rect">
            <a:avLst/>
          </a:prstGeom>
        </p:spPr>
        <p:txBody>
          <a:bodyPr anchor="b"/>
          <a:lstStyle>
            <a:lvl1pPr>
              <a:defRPr sz="5400" i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Title first line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CDE98-F34D-B4C5-3635-2266FB07BE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6438" y="4164053"/>
            <a:ext cx="6287293" cy="636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5400" i="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Title second 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09DAC2-BF54-9056-6CFF-9A9030A546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26782" y="2675915"/>
            <a:ext cx="4265218" cy="2314575"/>
          </a:xfrm>
        </p:spPr>
        <p:txBody>
          <a:bodyPr/>
          <a:lstStyle>
            <a:lvl1pPr algn="ctr">
              <a:defRPr sz="18000" b="1" i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157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D4E9-C582-DF19-5D6E-40BA80390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439" y="2322049"/>
            <a:ext cx="5389562" cy="653904"/>
          </a:xfrm>
          <a:prstGeom prst="rect">
            <a:avLst/>
          </a:prstGeom>
        </p:spPr>
        <p:txBody>
          <a:bodyPr anchor="b"/>
          <a:lstStyle>
            <a:lvl1pPr>
              <a:defRPr sz="5400" i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Title first line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CDE98-F34D-B4C5-3635-2266FB07BE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6439" y="2860068"/>
            <a:ext cx="5389562" cy="6364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5400" i="0" dirty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Title second 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09DAC2-BF54-9056-6CFF-9A9030A546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26782" y="2675915"/>
            <a:ext cx="4265218" cy="2314575"/>
          </a:xfrm>
        </p:spPr>
        <p:txBody>
          <a:bodyPr/>
          <a:lstStyle>
            <a:lvl1pPr algn="ctr">
              <a:defRPr sz="18000" b="1" i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CA13B48-7AD4-2221-C215-924B29A6EB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56512" y="895700"/>
            <a:ext cx="6035489" cy="5978727"/>
          </a:xfrm>
          <a:custGeom>
            <a:avLst/>
            <a:gdLst>
              <a:gd name="connsiteX0" fmla="*/ 2793072 w 6035489"/>
              <a:gd name="connsiteY0" fmla="*/ 270 h 5978727"/>
              <a:gd name="connsiteX1" fmla="*/ 3493585 w 6035489"/>
              <a:gd name="connsiteY1" fmla="*/ 103012 h 5978727"/>
              <a:gd name="connsiteX2" fmla="*/ 5957970 w 6035489"/>
              <a:gd name="connsiteY2" fmla="*/ 1152431 h 5978727"/>
              <a:gd name="connsiteX3" fmla="*/ 6035489 w 6035489"/>
              <a:gd name="connsiteY3" fmla="*/ 1194396 h 5978727"/>
              <a:gd name="connsiteX4" fmla="*/ 6035489 w 6035489"/>
              <a:gd name="connsiteY4" fmla="*/ 5978727 h 5978727"/>
              <a:gd name="connsiteX5" fmla="*/ 411 w 6035489"/>
              <a:gd name="connsiteY5" fmla="*/ 5978727 h 5978727"/>
              <a:gd name="connsiteX6" fmla="*/ 0 w 6035489"/>
              <a:gd name="connsiteY6" fmla="*/ 5900346 h 5978727"/>
              <a:gd name="connsiteX7" fmla="*/ 216401 w 6035489"/>
              <a:gd name="connsiteY7" fmla="*/ 3883888 h 5978727"/>
              <a:gd name="connsiteX8" fmla="*/ 701440 w 6035489"/>
              <a:gd name="connsiteY8" fmla="*/ 1702519 h 5978727"/>
              <a:gd name="connsiteX9" fmla="*/ 2793072 w 6035489"/>
              <a:gd name="connsiteY9" fmla="*/ 270 h 5978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035489" h="5978727">
                <a:moveTo>
                  <a:pt x="2793072" y="270"/>
                </a:moveTo>
                <a:cubicBezTo>
                  <a:pt x="3019949" y="-3345"/>
                  <a:pt x="3255065" y="29312"/>
                  <a:pt x="3493585" y="103012"/>
                </a:cubicBezTo>
                <a:cubicBezTo>
                  <a:pt x="4264682" y="341283"/>
                  <a:pt x="5149077" y="726248"/>
                  <a:pt x="5957970" y="1152431"/>
                </a:cubicBezTo>
                <a:lnTo>
                  <a:pt x="6035489" y="1194396"/>
                </a:lnTo>
                <a:lnTo>
                  <a:pt x="6035489" y="5978727"/>
                </a:lnTo>
                <a:lnTo>
                  <a:pt x="411" y="5978727"/>
                </a:lnTo>
                <a:lnTo>
                  <a:pt x="0" y="5900346"/>
                </a:lnTo>
                <a:cubicBezTo>
                  <a:pt x="30778" y="5221291"/>
                  <a:pt x="102604" y="4583650"/>
                  <a:pt x="216401" y="3883888"/>
                </a:cubicBezTo>
                <a:cubicBezTo>
                  <a:pt x="336354" y="3145699"/>
                  <a:pt x="499029" y="2417579"/>
                  <a:pt x="701440" y="1702519"/>
                </a:cubicBezTo>
                <a:cubicBezTo>
                  <a:pt x="981550" y="712737"/>
                  <a:pt x="1809944" y="15939"/>
                  <a:pt x="2793072" y="27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26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/Quot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C456397-CAE0-BCF2-C89E-E46B5FC14F7C}"/>
              </a:ext>
            </a:extLst>
          </p:cNvPr>
          <p:cNvSpPr/>
          <p:nvPr userDrawn="1"/>
        </p:nvSpPr>
        <p:spPr>
          <a:xfrm>
            <a:off x="433776" y="0"/>
            <a:ext cx="11758224" cy="6858000"/>
          </a:xfrm>
          <a:custGeom>
            <a:avLst/>
            <a:gdLst>
              <a:gd name="connsiteX0" fmla="*/ 1529089 w 11758224"/>
              <a:gd name="connsiteY0" fmla="*/ 0 h 6858000"/>
              <a:gd name="connsiteX1" fmla="*/ 7653631 w 11758224"/>
              <a:gd name="connsiteY1" fmla="*/ 0 h 6858000"/>
              <a:gd name="connsiteX2" fmla="*/ 7982195 w 11758224"/>
              <a:gd name="connsiteY2" fmla="*/ 161829 h 6858000"/>
              <a:gd name="connsiteX3" fmla="*/ 11254009 w 11758224"/>
              <a:gd name="connsiteY3" fmla="*/ 2235781 h 6858000"/>
              <a:gd name="connsiteX4" fmla="*/ 11719831 w 11758224"/>
              <a:gd name="connsiteY4" fmla="*/ 2808263 h 6858000"/>
              <a:gd name="connsiteX5" fmla="*/ 11758224 w 11758224"/>
              <a:gd name="connsiteY5" fmla="*/ 2885699 h 6858000"/>
              <a:gd name="connsiteX6" fmla="*/ 11758224 w 11758224"/>
              <a:gd name="connsiteY6" fmla="*/ 4820956 h 6858000"/>
              <a:gd name="connsiteX7" fmla="*/ 11674725 w 11758224"/>
              <a:gd name="connsiteY7" fmla="*/ 4978373 h 6858000"/>
              <a:gd name="connsiteX8" fmla="*/ 10791134 w 11758224"/>
              <a:gd name="connsiteY8" fmla="*/ 5876622 h 6858000"/>
              <a:gd name="connsiteX9" fmla="*/ 9443675 w 11758224"/>
              <a:gd name="connsiteY9" fmla="*/ 6730202 h 6858000"/>
              <a:gd name="connsiteX10" fmla="*/ 9222684 w 11758224"/>
              <a:gd name="connsiteY10" fmla="*/ 6858000 h 6858000"/>
              <a:gd name="connsiteX11" fmla="*/ 0 w 11758224"/>
              <a:gd name="connsiteY11" fmla="*/ 6858000 h 6858000"/>
              <a:gd name="connsiteX12" fmla="*/ 32539 w 11758224"/>
              <a:gd name="connsiteY12" fmla="*/ 6326371 h 6858000"/>
              <a:gd name="connsiteX13" fmla="*/ 293461 w 11758224"/>
              <a:gd name="connsiteY13" fmla="*/ 4198996 h 6858000"/>
              <a:gd name="connsiteX14" fmla="*/ 975313 w 11758224"/>
              <a:gd name="connsiteY14" fmla="*/ 1132484 h 6858000"/>
              <a:gd name="connsiteX15" fmla="*/ 1406515 w 11758224"/>
              <a:gd name="connsiteY15" fmla="*/ 1746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758224" h="6858000">
                <a:moveTo>
                  <a:pt x="1529089" y="0"/>
                </a:moveTo>
                <a:lnTo>
                  <a:pt x="7653631" y="0"/>
                </a:lnTo>
                <a:lnTo>
                  <a:pt x="7982195" y="161829"/>
                </a:lnTo>
                <a:cubicBezTo>
                  <a:pt x="9304971" y="829725"/>
                  <a:pt x="10527636" y="1594821"/>
                  <a:pt x="11254009" y="2235781"/>
                </a:cubicBezTo>
                <a:cubicBezTo>
                  <a:pt x="11442043" y="2401737"/>
                  <a:pt x="11599145" y="2595639"/>
                  <a:pt x="11719831" y="2808263"/>
                </a:cubicBezTo>
                <a:lnTo>
                  <a:pt x="11758224" y="2885699"/>
                </a:lnTo>
                <a:lnTo>
                  <a:pt x="11758224" y="4820956"/>
                </a:lnTo>
                <a:lnTo>
                  <a:pt x="11674725" y="4978373"/>
                </a:lnTo>
                <a:cubicBezTo>
                  <a:pt x="11478512" y="5300980"/>
                  <a:pt x="11188314" y="5607683"/>
                  <a:pt x="10791134" y="5876622"/>
                </a:cubicBezTo>
                <a:cubicBezTo>
                  <a:pt x="10352911" y="6173376"/>
                  <a:pt x="9903117" y="6458302"/>
                  <a:pt x="9443675" y="6730202"/>
                </a:cubicBezTo>
                <a:lnTo>
                  <a:pt x="9222684" y="6858000"/>
                </a:lnTo>
                <a:lnTo>
                  <a:pt x="0" y="6858000"/>
                </a:lnTo>
                <a:lnTo>
                  <a:pt x="32539" y="6326371"/>
                </a:lnTo>
                <a:cubicBezTo>
                  <a:pt x="86689" y="5625433"/>
                  <a:pt x="173480" y="4936775"/>
                  <a:pt x="293461" y="4198996"/>
                </a:cubicBezTo>
                <a:cubicBezTo>
                  <a:pt x="462084" y="3161267"/>
                  <a:pt x="690770" y="2137696"/>
                  <a:pt x="975313" y="1132484"/>
                </a:cubicBezTo>
                <a:cubicBezTo>
                  <a:pt x="1073755" y="784632"/>
                  <a:pt x="1220371" y="462521"/>
                  <a:pt x="1406515" y="174678"/>
                </a:cubicBezTo>
                <a:close/>
              </a:path>
            </a:pathLst>
          </a:custGeom>
          <a:solidFill>
            <a:schemeClr val="accent2">
              <a:alpha val="50000"/>
            </a:schemeClr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4D4E9-C582-DF19-5D6E-40BA80390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6042" y="1518366"/>
            <a:ext cx="7192264" cy="904794"/>
          </a:xfrm>
          <a:prstGeom prst="rect">
            <a:avLst/>
          </a:prstGeom>
        </p:spPr>
        <p:txBody>
          <a:bodyPr anchor="b"/>
          <a:lstStyle>
            <a:lvl1pPr>
              <a:defRPr sz="6000" b="1" i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Summary 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16FC573-D5E9-EEBA-DFEE-4759ED2928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16042" y="2894966"/>
            <a:ext cx="7192264" cy="3245484"/>
          </a:xfr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2400"/>
            </a:lvl1pPr>
            <a:lvl2pPr marL="628650" indent="-357188">
              <a:lnSpc>
                <a:spcPct val="110000"/>
              </a:lnSpc>
              <a:spcAft>
                <a:spcPts val="1200"/>
              </a:spcAft>
              <a:defRPr sz="2400"/>
            </a:lvl2pPr>
            <a:lvl3pPr marL="900113" indent="-271463">
              <a:lnSpc>
                <a:spcPct val="110000"/>
              </a:lnSpc>
              <a:spcAft>
                <a:spcPts val="1200"/>
              </a:spcAft>
              <a:defRPr sz="2400"/>
            </a:lvl3pPr>
            <a:lvl4pPr marL="1165225" indent="-265113">
              <a:lnSpc>
                <a:spcPct val="110000"/>
              </a:lnSpc>
              <a:spcAft>
                <a:spcPts val="1200"/>
              </a:spcAft>
              <a:defRPr sz="2400"/>
            </a:lvl4pPr>
            <a:lvl5pPr marL="1436688" indent="-271463">
              <a:lnSpc>
                <a:spcPct val="110000"/>
              </a:lnSpc>
              <a:spcAft>
                <a:spcPts val="1200"/>
              </a:spcAft>
              <a:defRPr sz="2400"/>
            </a:lvl5pPr>
          </a:lstStyle>
          <a:p>
            <a:pPr lvl="0"/>
            <a:r>
              <a:rPr lang="en-US" dirty="0"/>
              <a:t>Add bullet or optional text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4F01FFA-7EA4-8EC9-4D74-7AF941BEA59C}"/>
              </a:ext>
            </a:extLst>
          </p:cNvPr>
          <p:cNvGrpSpPr/>
          <p:nvPr userDrawn="1"/>
        </p:nvGrpSpPr>
        <p:grpSpPr>
          <a:xfrm>
            <a:off x="10368977" y="712788"/>
            <a:ext cx="1103886" cy="993273"/>
            <a:chOff x="10" y="1571847"/>
            <a:chExt cx="3265252" cy="293806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7074E21-5870-632B-1D09-BCC5B868089A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A2A182FE-D149-503F-6747-84A27157BF7B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A13BC26F-D5CE-FA64-DF3F-8267D03C8180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BAD9B3C-59E4-5DEF-4002-24822BD73728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E64723A-7DC9-0D0D-607C-D44FCA2D7E36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27E1B18-E5AD-324B-BE96-ABDE24BCA081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460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/Quote2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2576171-5F08-BD48-7640-8E21B6644C69}"/>
              </a:ext>
            </a:extLst>
          </p:cNvPr>
          <p:cNvSpPr/>
          <p:nvPr userDrawn="1"/>
        </p:nvSpPr>
        <p:spPr>
          <a:xfrm>
            <a:off x="433776" y="0"/>
            <a:ext cx="11758224" cy="6858000"/>
          </a:xfrm>
          <a:custGeom>
            <a:avLst/>
            <a:gdLst>
              <a:gd name="connsiteX0" fmla="*/ 1529089 w 11758224"/>
              <a:gd name="connsiteY0" fmla="*/ 0 h 6858000"/>
              <a:gd name="connsiteX1" fmla="*/ 7653631 w 11758224"/>
              <a:gd name="connsiteY1" fmla="*/ 0 h 6858000"/>
              <a:gd name="connsiteX2" fmla="*/ 7982195 w 11758224"/>
              <a:gd name="connsiteY2" fmla="*/ 161829 h 6858000"/>
              <a:gd name="connsiteX3" fmla="*/ 11254009 w 11758224"/>
              <a:gd name="connsiteY3" fmla="*/ 2235781 h 6858000"/>
              <a:gd name="connsiteX4" fmla="*/ 11719831 w 11758224"/>
              <a:gd name="connsiteY4" fmla="*/ 2808263 h 6858000"/>
              <a:gd name="connsiteX5" fmla="*/ 11758224 w 11758224"/>
              <a:gd name="connsiteY5" fmla="*/ 2885699 h 6858000"/>
              <a:gd name="connsiteX6" fmla="*/ 11758224 w 11758224"/>
              <a:gd name="connsiteY6" fmla="*/ 4820956 h 6858000"/>
              <a:gd name="connsiteX7" fmla="*/ 11674725 w 11758224"/>
              <a:gd name="connsiteY7" fmla="*/ 4978373 h 6858000"/>
              <a:gd name="connsiteX8" fmla="*/ 10791134 w 11758224"/>
              <a:gd name="connsiteY8" fmla="*/ 5876622 h 6858000"/>
              <a:gd name="connsiteX9" fmla="*/ 9443675 w 11758224"/>
              <a:gd name="connsiteY9" fmla="*/ 6730202 h 6858000"/>
              <a:gd name="connsiteX10" fmla="*/ 9222684 w 11758224"/>
              <a:gd name="connsiteY10" fmla="*/ 6858000 h 6858000"/>
              <a:gd name="connsiteX11" fmla="*/ 0 w 11758224"/>
              <a:gd name="connsiteY11" fmla="*/ 6858000 h 6858000"/>
              <a:gd name="connsiteX12" fmla="*/ 32539 w 11758224"/>
              <a:gd name="connsiteY12" fmla="*/ 6326371 h 6858000"/>
              <a:gd name="connsiteX13" fmla="*/ 293461 w 11758224"/>
              <a:gd name="connsiteY13" fmla="*/ 4198996 h 6858000"/>
              <a:gd name="connsiteX14" fmla="*/ 975313 w 11758224"/>
              <a:gd name="connsiteY14" fmla="*/ 1132484 h 6858000"/>
              <a:gd name="connsiteX15" fmla="*/ 1406515 w 11758224"/>
              <a:gd name="connsiteY15" fmla="*/ 1746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758224" h="6858000">
                <a:moveTo>
                  <a:pt x="1529089" y="0"/>
                </a:moveTo>
                <a:lnTo>
                  <a:pt x="7653631" y="0"/>
                </a:lnTo>
                <a:lnTo>
                  <a:pt x="7982195" y="161829"/>
                </a:lnTo>
                <a:cubicBezTo>
                  <a:pt x="9304971" y="829725"/>
                  <a:pt x="10527636" y="1594821"/>
                  <a:pt x="11254009" y="2235781"/>
                </a:cubicBezTo>
                <a:cubicBezTo>
                  <a:pt x="11442043" y="2401737"/>
                  <a:pt x="11599145" y="2595639"/>
                  <a:pt x="11719831" y="2808263"/>
                </a:cubicBezTo>
                <a:lnTo>
                  <a:pt x="11758224" y="2885699"/>
                </a:lnTo>
                <a:lnTo>
                  <a:pt x="11758224" y="4820956"/>
                </a:lnTo>
                <a:lnTo>
                  <a:pt x="11674725" y="4978373"/>
                </a:lnTo>
                <a:cubicBezTo>
                  <a:pt x="11478512" y="5300980"/>
                  <a:pt x="11188314" y="5607683"/>
                  <a:pt x="10791134" y="5876622"/>
                </a:cubicBezTo>
                <a:cubicBezTo>
                  <a:pt x="10352911" y="6173376"/>
                  <a:pt x="9903117" y="6458302"/>
                  <a:pt x="9443675" y="6730202"/>
                </a:cubicBezTo>
                <a:lnTo>
                  <a:pt x="9222684" y="6858000"/>
                </a:lnTo>
                <a:lnTo>
                  <a:pt x="0" y="6858000"/>
                </a:lnTo>
                <a:lnTo>
                  <a:pt x="32539" y="6326371"/>
                </a:lnTo>
                <a:cubicBezTo>
                  <a:pt x="86689" y="5625433"/>
                  <a:pt x="173480" y="4936775"/>
                  <a:pt x="293461" y="4198996"/>
                </a:cubicBezTo>
                <a:cubicBezTo>
                  <a:pt x="462084" y="3161267"/>
                  <a:pt x="690770" y="2137696"/>
                  <a:pt x="975313" y="1132484"/>
                </a:cubicBezTo>
                <a:cubicBezTo>
                  <a:pt x="1073755" y="784632"/>
                  <a:pt x="1220371" y="462521"/>
                  <a:pt x="1406515" y="174678"/>
                </a:cubicBezTo>
                <a:close/>
              </a:path>
            </a:pathLst>
          </a:custGeom>
          <a:solidFill>
            <a:schemeClr val="bg1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70CB6AF-3713-D10E-BBDC-52E17B8310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9772" y="2321719"/>
            <a:ext cx="8421534" cy="2566035"/>
          </a:xfrm>
          <a:prstGeom prst="rect">
            <a:avLst/>
          </a:prstGeom>
        </p:spPr>
        <p:txBody>
          <a:bodyPr anchor="ctr"/>
          <a:lstStyle>
            <a:lvl1pPr>
              <a:defRPr sz="6600" b="1" i="1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Add quote or interesting information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4542928-2674-0F6C-BB52-4997B3FF2A0D}"/>
              </a:ext>
            </a:extLst>
          </p:cNvPr>
          <p:cNvGrpSpPr/>
          <p:nvPr userDrawn="1"/>
        </p:nvGrpSpPr>
        <p:grpSpPr>
          <a:xfrm>
            <a:off x="10368977" y="712788"/>
            <a:ext cx="1103886" cy="993273"/>
            <a:chOff x="10" y="1571847"/>
            <a:chExt cx="3265252" cy="293806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C503CCA-FA80-E6B6-E973-1DE5A7766532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5" name="Graphic 2">
              <a:extLst>
                <a:ext uri="{FF2B5EF4-FFF2-40B4-BE49-F238E27FC236}">
                  <a16:creationId xmlns:a16="http://schemas.microsoft.com/office/drawing/2014/main" id="{D096B52B-0123-BDEA-9EAA-CD19532F688B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58723E9B-2BF6-C897-1444-3549A94F7A55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93882E5-9A09-33D4-88E4-F473EA44F61E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722814EC-05FF-90E2-E136-FE78A30975C3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64D82E8-7CEE-32B3-7623-BC7F2B177475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73693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B641FBB-8C22-B53F-A926-F487E6BC8F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3778" y="2"/>
            <a:ext cx="11758223" cy="6857999"/>
          </a:xfrm>
          <a:custGeom>
            <a:avLst/>
            <a:gdLst>
              <a:gd name="connsiteX0" fmla="*/ 1529088 w 11758223"/>
              <a:gd name="connsiteY0" fmla="*/ 0 h 6857999"/>
              <a:gd name="connsiteX1" fmla="*/ 7653630 w 11758223"/>
              <a:gd name="connsiteY1" fmla="*/ 0 h 6857999"/>
              <a:gd name="connsiteX2" fmla="*/ 7982194 w 11758223"/>
              <a:gd name="connsiteY2" fmla="*/ 161828 h 6857999"/>
              <a:gd name="connsiteX3" fmla="*/ 9841753 w 11758223"/>
              <a:gd name="connsiteY3" fmla="*/ 1208906 h 6857999"/>
              <a:gd name="connsiteX4" fmla="*/ 9954173 w 11758223"/>
              <a:gd name="connsiteY4" fmla="*/ 1282201 h 6857999"/>
              <a:gd name="connsiteX5" fmla="*/ 9945456 w 11758223"/>
              <a:gd name="connsiteY5" fmla="*/ 1345784 h 6857999"/>
              <a:gd name="connsiteX6" fmla="*/ 9935512 w 11758223"/>
              <a:gd name="connsiteY6" fmla="*/ 1475049 h 6857999"/>
              <a:gd name="connsiteX7" fmla="*/ 10219848 w 11758223"/>
              <a:gd name="connsiteY7" fmla="*/ 1695572 h 6857999"/>
              <a:gd name="connsiteX8" fmla="*/ 10405145 w 11758223"/>
              <a:gd name="connsiteY8" fmla="*/ 1636713 h 6857999"/>
              <a:gd name="connsiteX9" fmla="*/ 10452960 w 11758223"/>
              <a:gd name="connsiteY9" fmla="*/ 1616916 h 6857999"/>
              <a:gd name="connsiteX10" fmla="*/ 10622365 w 11758223"/>
              <a:gd name="connsiteY10" fmla="*/ 1735244 h 6857999"/>
              <a:gd name="connsiteX11" fmla="*/ 11254009 w 11758223"/>
              <a:gd name="connsiteY11" fmla="*/ 2235781 h 6857999"/>
              <a:gd name="connsiteX12" fmla="*/ 11719831 w 11758223"/>
              <a:gd name="connsiteY12" fmla="*/ 2808262 h 6857999"/>
              <a:gd name="connsiteX13" fmla="*/ 11758223 w 11758223"/>
              <a:gd name="connsiteY13" fmla="*/ 2885697 h 6857999"/>
              <a:gd name="connsiteX14" fmla="*/ 11758223 w 11758223"/>
              <a:gd name="connsiteY14" fmla="*/ 4820955 h 6857999"/>
              <a:gd name="connsiteX15" fmla="*/ 11674725 w 11758223"/>
              <a:gd name="connsiteY15" fmla="*/ 4978372 h 6857999"/>
              <a:gd name="connsiteX16" fmla="*/ 10791133 w 11758223"/>
              <a:gd name="connsiteY16" fmla="*/ 5876620 h 6857999"/>
              <a:gd name="connsiteX17" fmla="*/ 9443673 w 11758223"/>
              <a:gd name="connsiteY17" fmla="*/ 6730201 h 6857999"/>
              <a:gd name="connsiteX18" fmla="*/ 9222683 w 11758223"/>
              <a:gd name="connsiteY18" fmla="*/ 6857999 h 6857999"/>
              <a:gd name="connsiteX19" fmla="*/ 0 w 11758223"/>
              <a:gd name="connsiteY19" fmla="*/ 6857999 h 6857999"/>
              <a:gd name="connsiteX20" fmla="*/ 32538 w 11758223"/>
              <a:gd name="connsiteY20" fmla="*/ 6326371 h 6857999"/>
              <a:gd name="connsiteX21" fmla="*/ 293459 w 11758223"/>
              <a:gd name="connsiteY21" fmla="*/ 4198995 h 6857999"/>
              <a:gd name="connsiteX22" fmla="*/ 975312 w 11758223"/>
              <a:gd name="connsiteY22" fmla="*/ 1132485 h 6857999"/>
              <a:gd name="connsiteX23" fmla="*/ 1406515 w 11758223"/>
              <a:gd name="connsiteY23" fmla="*/ 17467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758223" h="6857999">
                <a:moveTo>
                  <a:pt x="1529088" y="0"/>
                </a:moveTo>
                <a:lnTo>
                  <a:pt x="7653630" y="0"/>
                </a:lnTo>
                <a:lnTo>
                  <a:pt x="7982194" y="161828"/>
                </a:lnTo>
                <a:cubicBezTo>
                  <a:pt x="8643583" y="495777"/>
                  <a:pt x="9279943" y="854025"/>
                  <a:pt x="9841753" y="1208906"/>
                </a:cubicBezTo>
                <a:lnTo>
                  <a:pt x="9954173" y="1282201"/>
                </a:lnTo>
                <a:lnTo>
                  <a:pt x="9945456" y="1345784"/>
                </a:lnTo>
                <a:cubicBezTo>
                  <a:pt x="9940806" y="1388644"/>
                  <a:pt x="9937498" y="1431174"/>
                  <a:pt x="9935512" y="1475049"/>
                </a:cubicBezTo>
                <a:cubicBezTo>
                  <a:pt x="9928013" y="1640404"/>
                  <a:pt x="10056051" y="1739711"/>
                  <a:pt x="10219848" y="1695572"/>
                </a:cubicBezTo>
                <a:cubicBezTo>
                  <a:pt x="10281970" y="1678839"/>
                  <a:pt x="10343876" y="1659133"/>
                  <a:pt x="10405145" y="1636713"/>
                </a:cubicBezTo>
                <a:lnTo>
                  <a:pt x="10452960" y="1616916"/>
                </a:lnTo>
                <a:lnTo>
                  <a:pt x="10622365" y="1735244"/>
                </a:lnTo>
                <a:cubicBezTo>
                  <a:pt x="10859804" y="1907543"/>
                  <a:pt x="11072416" y="2075541"/>
                  <a:pt x="11254009" y="2235781"/>
                </a:cubicBezTo>
                <a:cubicBezTo>
                  <a:pt x="11442043" y="2401737"/>
                  <a:pt x="11599145" y="2595638"/>
                  <a:pt x="11719831" y="2808262"/>
                </a:cubicBezTo>
                <a:lnTo>
                  <a:pt x="11758223" y="2885697"/>
                </a:lnTo>
                <a:lnTo>
                  <a:pt x="11758223" y="4820955"/>
                </a:lnTo>
                <a:lnTo>
                  <a:pt x="11674725" y="4978372"/>
                </a:lnTo>
                <a:cubicBezTo>
                  <a:pt x="11478511" y="5300978"/>
                  <a:pt x="11188313" y="5607681"/>
                  <a:pt x="10791133" y="5876620"/>
                </a:cubicBezTo>
                <a:cubicBezTo>
                  <a:pt x="10352910" y="6173375"/>
                  <a:pt x="9903117" y="6458301"/>
                  <a:pt x="9443673" y="6730201"/>
                </a:cubicBezTo>
                <a:lnTo>
                  <a:pt x="9222683" y="6857999"/>
                </a:lnTo>
                <a:lnTo>
                  <a:pt x="0" y="6857999"/>
                </a:lnTo>
                <a:lnTo>
                  <a:pt x="32538" y="6326371"/>
                </a:lnTo>
                <a:cubicBezTo>
                  <a:pt x="86689" y="5625432"/>
                  <a:pt x="173479" y="4936775"/>
                  <a:pt x="293459" y="4198995"/>
                </a:cubicBezTo>
                <a:cubicBezTo>
                  <a:pt x="462084" y="3161266"/>
                  <a:pt x="690769" y="2137696"/>
                  <a:pt x="975312" y="1132485"/>
                </a:cubicBezTo>
                <a:cubicBezTo>
                  <a:pt x="1073755" y="784632"/>
                  <a:pt x="1220371" y="462521"/>
                  <a:pt x="1406515" y="17467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2F823B-3235-1276-58E8-DC319CA2CD17}"/>
              </a:ext>
            </a:extLst>
          </p:cNvPr>
          <p:cNvGrpSpPr/>
          <p:nvPr userDrawn="1"/>
        </p:nvGrpSpPr>
        <p:grpSpPr>
          <a:xfrm>
            <a:off x="10368977" y="712788"/>
            <a:ext cx="1103886" cy="993273"/>
            <a:chOff x="10" y="1571847"/>
            <a:chExt cx="3265252" cy="293806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9E7ECCFA-8692-B2F5-A3B6-707A8F15D81C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48991EFF-52B0-F191-B1AA-77A1100F6D83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19B34DFE-D105-D720-0DBE-CEEEA428B56B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E1F1BCA5-C357-F870-4A31-F433B7C00AB9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F2FEBDE-AED7-B133-1899-996EBAD5DC44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D09945B-3889-6700-89E7-60F3F31199CE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7499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&amp;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86BB4BB-9259-FB88-BD0F-75C3801EAC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759719 w 12192000"/>
              <a:gd name="connsiteY0" fmla="*/ 713938 h 6858000"/>
              <a:gd name="connsiteX1" fmla="*/ 10459893 w 12192000"/>
              <a:gd name="connsiteY1" fmla="*/ 932728 h 6858000"/>
              <a:gd name="connsiteX2" fmla="*/ 10397227 w 12192000"/>
              <a:gd name="connsiteY2" fmla="*/ 1214535 h 6858000"/>
              <a:gd name="connsiteX3" fmla="*/ 10369290 w 12192000"/>
              <a:gd name="connsiteY3" fmla="*/ 1475051 h 6858000"/>
              <a:gd name="connsiteX4" fmla="*/ 10653626 w 12192000"/>
              <a:gd name="connsiteY4" fmla="*/ 1695574 h 6858000"/>
              <a:gd name="connsiteX5" fmla="*/ 11361892 w 12192000"/>
              <a:gd name="connsiteY5" fmla="*/ 1368686 h 6858000"/>
              <a:gd name="connsiteX6" fmla="*/ 11404415 w 12192000"/>
              <a:gd name="connsiteY6" fmla="*/ 1034123 h 6858000"/>
              <a:gd name="connsiteX7" fmla="*/ 10820570 w 12192000"/>
              <a:gd name="connsiteY7" fmla="*/ 726085 h 6858000"/>
              <a:gd name="connsiteX8" fmla="*/ 10759719 w 12192000"/>
              <a:gd name="connsiteY8" fmla="*/ 713938 h 6858000"/>
              <a:gd name="connsiteX9" fmla="*/ 0 w 12192000"/>
              <a:gd name="connsiteY9" fmla="*/ 0 h 6858000"/>
              <a:gd name="connsiteX10" fmla="*/ 1374108 w 12192000"/>
              <a:gd name="connsiteY10" fmla="*/ 0 h 6858000"/>
              <a:gd name="connsiteX11" fmla="*/ 1323363 w 12192000"/>
              <a:gd name="connsiteY11" fmla="*/ 152544 h 6858000"/>
              <a:gd name="connsiteX12" fmla="*/ 898235 w 12192000"/>
              <a:gd name="connsiteY12" fmla="*/ 2064477 h 6858000"/>
              <a:gd name="connsiteX13" fmla="*/ 708563 w 12192000"/>
              <a:gd name="connsiteY13" fmla="*/ 3831869 h 6858000"/>
              <a:gd name="connsiteX14" fmla="*/ 2637828 w 12192000"/>
              <a:gd name="connsiteY14" fmla="*/ 5328157 h 6858000"/>
              <a:gd name="connsiteX15" fmla="*/ 2637828 w 12192000"/>
              <a:gd name="connsiteY15" fmla="*/ 5328320 h 6858000"/>
              <a:gd name="connsiteX16" fmla="*/ 7443411 w 12192000"/>
              <a:gd name="connsiteY16" fmla="*/ 3110458 h 6858000"/>
              <a:gd name="connsiteX17" fmla="*/ 7732008 w 12192000"/>
              <a:gd name="connsiteY17" fmla="*/ 840437 h 6858000"/>
              <a:gd name="connsiteX18" fmla="*/ 6733044 w 12192000"/>
              <a:gd name="connsiteY18" fmla="*/ 126384 h 6858000"/>
              <a:gd name="connsiteX19" fmla="*/ 6522121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0 w 12192000"/>
              <a:gd name="connsiteY2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2000" h="6858000">
                <a:moveTo>
                  <a:pt x="10759719" y="713938"/>
                </a:moveTo>
                <a:cubicBezTo>
                  <a:pt x="10619963" y="701235"/>
                  <a:pt x="10498850" y="795041"/>
                  <a:pt x="10459893" y="932728"/>
                </a:cubicBezTo>
                <a:cubicBezTo>
                  <a:pt x="10433750" y="1025096"/>
                  <a:pt x="10412724" y="1119139"/>
                  <a:pt x="10397227" y="1214535"/>
                </a:cubicBezTo>
                <a:cubicBezTo>
                  <a:pt x="10382524" y="1304932"/>
                  <a:pt x="10373261" y="1387300"/>
                  <a:pt x="10369290" y="1475051"/>
                </a:cubicBezTo>
                <a:cubicBezTo>
                  <a:pt x="10361791" y="1640406"/>
                  <a:pt x="10489829" y="1739713"/>
                  <a:pt x="10653626" y="1695574"/>
                </a:cubicBezTo>
                <a:cubicBezTo>
                  <a:pt x="10902115" y="1628644"/>
                  <a:pt x="11147133" y="1514133"/>
                  <a:pt x="11361892" y="1368686"/>
                </a:cubicBezTo>
                <a:cubicBezTo>
                  <a:pt x="11507898" y="1269820"/>
                  <a:pt x="11496605" y="1115463"/>
                  <a:pt x="11404415" y="1034123"/>
                </a:cubicBezTo>
                <a:cubicBezTo>
                  <a:pt x="11285787" y="929405"/>
                  <a:pt x="11022977" y="788635"/>
                  <a:pt x="10820570" y="726085"/>
                </a:cubicBezTo>
                <a:cubicBezTo>
                  <a:pt x="10800029" y="719741"/>
                  <a:pt x="10779684" y="715752"/>
                  <a:pt x="10759719" y="713938"/>
                </a:cubicBezTo>
                <a:close/>
                <a:moveTo>
                  <a:pt x="0" y="0"/>
                </a:moveTo>
                <a:lnTo>
                  <a:pt x="1374108" y="0"/>
                </a:lnTo>
                <a:lnTo>
                  <a:pt x="1323363" y="152544"/>
                </a:lnTo>
                <a:cubicBezTo>
                  <a:pt x="1145954" y="779282"/>
                  <a:pt x="1003371" y="1417466"/>
                  <a:pt x="898235" y="2064477"/>
                </a:cubicBezTo>
                <a:cubicBezTo>
                  <a:pt x="798494" y="2677807"/>
                  <a:pt x="735540" y="3236688"/>
                  <a:pt x="708563" y="3831869"/>
                </a:cubicBezTo>
                <a:cubicBezTo>
                  <a:pt x="657710" y="4953880"/>
                  <a:pt x="1526444" y="5627545"/>
                  <a:pt x="2637828" y="5328157"/>
                </a:cubicBezTo>
                <a:lnTo>
                  <a:pt x="2637828" y="5328320"/>
                </a:lnTo>
                <a:cubicBezTo>
                  <a:pt x="4323788" y="4874251"/>
                  <a:pt x="5986204" y="4097247"/>
                  <a:pt x="7443411" y="3110458"/>
                </a:cubicBezTo>
                <a:cubicBezTo>
                  <a:pt x="8433960" y="2439736"/>
                  <a:pt x="8357273" y="1392286"/>
                  <a:pt x="7732008" y="840437"/>
                </a:cubicBezTo>
                <a:cubicBezTo>
                  <a:pt x="7480406" y="618419"/>
                  <a:pt x="7133299" y="372514"/>
                  <a:pt x="6733044" y="126384"/>
                </a:cubicBezTo>
                <a:lnTo>
                  <a:pt x="6522121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37D954-BDED-1A3C-02A6-0A11B6490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16088" y="979681"/>
            <a:ext cx="5370512" cy="694733"/>
          </a:xfrm>
          <a:prstGeom prst="rect">
            <a:avLst/>
          </a:prstGeom>
        </p:spPr>
        <p:txBody>
          <a:bodyPr anchor="t"/>
          <a:lstStyle>
            <a:lvl1pPr>
              <a:defRPr sz="5400" b="1" i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6E7A713-AF73-1E8C-4B6C-9138EFD384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16089" y="1893576"/>
            <a:ext cx="5370512" cy="1073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body copy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72DB6B9-2781-524E-191C-88CCAABA3C45}"/>
              </a:ext>
            </a:extLst>
          </p:cNvPr>
          <p:cNvGrpSpPr/>
          <p:nvPr userDrawn="1"/>
        </p:nvGrpSpPr>
        <p:grpSpPr>
          <a:xfrm>
            <a:off x="10368977" y="712788"/>
            <a:ext cx="1103886" cy="993273"/>
            <a:chOff x="10" y="1571847"/>
            <a:chExt cx="3265252" cy="293806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303A419-F6BB-29FA-9C02-13B786A8A48D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D7836B1B-EFA2-D462-D6AA-1D6A37AF27BE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BCD500CD-8D89-18A5-AAAC-AF3E78286549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E184D8BF-C842-C3FE-740C-D45060E07F99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D9D373E-92DA-4F18-120A-A3CE4F840944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C1642199-2BCE-6E6F-9F54-06A290E38B63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855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0BB7D1D-8357-C5E4-D7E5-DF1C57B95B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269971 h 6858000"/>
              <a:gd name="connsiteX3" fmla="*/ 12028983 w 12192000"/>
              <a:gd name="connsiteY3" fmla="*/ 2505756 h 6858000"/>
              <a:gd name="connsiteX4" fmla="*/ 11212535 w 12192000"/>
              <a:gd name="connsiteY4" fmla="*/ 3255183 h 6858000"/>
              <a:gd name="connsiteX5" fmla="*/ 4176976 w 12192000"/>
              <a:gd name="connsiteY5" fmla="*/ 6770555 h 6858000"/>
              <a:gd name="connsiteX6" fmla="*/ 3911861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2269971"/>
                </a:lnTo>
                <a:lnTo>
                  <a:pt x="12028983" y="2505756"/>
                </a:lnTo>
                <a:cubicBezTo>
                  <a:pt x="11821051" y="2772714"/>
                  <a:pt x="11550979" y="3026016"/>
                  <a:pt x="11212535" y="3255183"/>
                </a:cubicBezTo>
                <a:cubicBezTo>
                  <a:pt x="9055021" y="4716204"/>
                  <a:pt x="6650648" y="5924860"/>
                  <a:pt x="4176976" y="6770555"/>
                </a:cubicBezTo>
                <a:lnTo>
                  <a:pt x="391186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D100">
              <a:alpha val="50196"/>
            </a:srgbClr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2E01B61-B411-E359-E29F-519765D6E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727" y="607717"/>
            <a:ext cx="5389562" cy="994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6600" i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Agenda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2F17038-DEBB-BCC2-D70A-AAC84072B9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2100" y="2145822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one</a:t>
            </a:r>
            <a:endParaRPr lang="en-GB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E5403B71-4450-8E5A-1380-2517228039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726" y="2092565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6235315-B16A-08AB-3C2C-CD14996182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2100" y="2621674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two</a:t>
            </a:r>
            <a:endParaRPr lang="en-GB" dirty="0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01108640-B578-8553-5F6B-2145115FCF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6" y="2572421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70C23E5-24E3-1611-B611-A13CA1EAB6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2100" y="3097526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three</a:t>
            </a:r>
            <a:endParaRPr lang="en-GB" dirty="0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E414212B-6799-1BC7-7D16-E3FCCD83E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726" y="3052277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D519BC0-8AAC-DFEC-5EF1-4C16E4099A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2100" y="3573378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four</a:t>
            </a:r>
            <a:endParaRPr lang="en-GB" dirty="0"/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802761AC-D8D2-49D1-9838-A98B11580B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726" y="3532133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C46C2E26-E753-DB5F-6D20-DCDDCA9926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2100" y="4049230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five</a:t>
            </a:r>
            <a:endParaRPr lang="en-GB" dirty="0"/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C84AE61C-40FD-BA34-1854-EBD03A2276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6" y="4011989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B2271B06-4267-00EA-87A1-05F1E5211B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2100" y="4525082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six</a:t>
            </a:r>
            <a:endParaRPr lang="en-GB" dirty="0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302C6B5A-DEF0-14C1-ACA5-A9B0D6A435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726" y="4491845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E9A9AB01-4B59-EF66-CE59-A0F5AB4401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2100" y="5000934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seven</a:t>
            </a:r>
            <a:endParaRPr lang="en-GB" dirty="0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8C516352-3057-C5B3-E869-00656B1998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0726" y="4971701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E9D4C22-C0CC-F201-E116-E08384E063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2100" y="5476789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eight</a:t>
            </a:r>
            <a:endParaRPr lang="en-GB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52B9803-E011-79A2-330A-D34B1D75C1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726" y="5451555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048344-DE72-41C0-E80D-39E13632062F}"/>
              </a:ext>
            </a:extLst>
          </p:cNvPr>
          <p:cNvGrpSpPr/>
          <p:nvPr userDrawn="1"/>
        </p:nvGrpSpPr>
        <p:grpSpPr>
          <a:xfrm>
            <a:off x="10368977" y="712788"/>
            <a:ext cx="1103886" cy="993273"/>
            <a:chOff x="10" y="1571847"/>
            <a:chExt cx="3265252" cy="293806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D6359E6-7D57-9C4D-303E-4C378E1293D6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042A7B9D-EE6C-DB1B-69FF-8080CF003386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FAD03D2-2107-2D83-2D89-294BDA2D59EC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B2938B8-801B-5A3D-6E34-7B93CC3AD7E1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835D7A8-6BCB-E629-ADF7-FB313420924B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7494241-6745-6E87-A186-46A02C145452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9077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94D5958-96CE-5550-D7ED-C8B13BB10A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2269971 h 6858000"/>
              <a:gd name="connsiteX3" fmla="*/ 12028983 w 12192000"/>
              <a:gd name="connsiteY3" fmla="*/ 2505756 h 6858000"/>
              <a:gd name="connsiteX4" fmla="*/ 11212535 w 12192000"/>
              <a:gd name="connsiteY4" fmla="*/ 3255183 h 6858000"/>
              <a:gd name="connsiteX5" fmla="*/ 4176976 w 12192000"/>
              <a:gd name="connsiteY5" fmla="*/ 6770555 h 6858000"/>
              <a:gd name="connsiteX6" fmla="*/ 3911861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2269971"/>
                </a:lnTo>
                <a:lnTo>
                  <a:pt x="12028983" y="2505756"/>
                </a:lnTo>
                <a:cubicBezTo>
                  <a:pt x="11821051" y="2772714"/>
                  <a:pt x="11550979" y="3026016"/>
                  <a:pt x="11212535" y="3255183"/>
                </a:cubicBezTo>
                <a:cubicBezTo>
                  <a:pt x="9055021" y="4716204"/>
                  <a:pt x="6650648" y="5924860"/>
                  <a:pt x="4176976" y="6770555"/>
                </a:cubicBezTo>
                <a:lnTo>
                  <a:pt x="39118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2E01B61-B411-E359-E29F-519765D6E2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727" y="607717"/>
            <a:ext cx="5389562" cy="994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6600" i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Agenda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2F17038-DEBB-BCC2-D70A-AAC84072B9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2100" y="2145822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one</a:t>
            </a:r>
            <a:endParaRPr lang="en-GB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E5403B71-4450-8E5A-1380-2517228039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726" y="2092565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6235315-B16A-08AB-3C2C-CD14996182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2100" y="2621674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two</a:t>
            </a:r>
            <a:endParaRPr lang="en-GB" dirty="0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01108640-B578-8553-5F6B-2145115FCF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6" y="2572421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70C23E5-24E3-1611-B611-A13CA1EAB6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2100" y="3097526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three</a:t>
            </a:r>
            <a:endParaRPr lang="en-GB" dirty="0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E414212B-6799-1BC7-7D16-E3FCCD83E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726" y="3052277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D519BC0-8AAC-DFEC-5EF1-4C16E4099A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2100" y="3573378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four</a:t>
            </a:r>
            <a:endParaRPr lang="en-GB" dirty="0"/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802761AC-D8D2-49D1-9838-A98B11580B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726" y="3532133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C46C2E26-E753-DB5F-6D20-DCDDCA9926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2100" y="4049230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five</a:t>
            </a:r>
            <a:endParaRPr lang="en-GB" dirty="0"/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C84AE61C-40FD-BA34-1854-EBD03A2276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6" y="4011989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B2271B06-4267-00EA-87A1-05F1E5211B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2100" y="4525082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six</a:t>
            </a:r>
            <a:endParaRPr lang="en-GB" dirty="0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302C6B5A-DEF0-14C1-ACA5-A9B0D6A435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0726" y="4491845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E9A9AB01-4B59-EF66-CE59-A0F5AB4401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2100" y="5000934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seven</a:t>
            </a:r>
            <a:endParaRPr lang="en-GB" dirty="0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8C516352-3057-C5B3-E869-00656B1998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0726" y="4971701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E9D4C22-C0CC-F201-E116-E08384E063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2100" y="5476789"/>
            <a:ext cx="8057667" cy="2967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i="1">
                <a:solidFill>
                  <a:schemeClr val="tx2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Agenda item eight</a:t>
            </a:r>
            <a:endParaRPr lang="en-GB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52B9803-E011-79A2-330A-D34B1D75C1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0726" y="5451555"/>
            <a:ext cx="522287" cy="296791"/>
          </a:xfrm>
        </p:spPr>
        <p:txBody>
          <a:bodyPr/>
          <a:lstStyle>
            <a:lvl1pPr>
              <a:defRPr sz="20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00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6E4ED9-8575-BA41-8FCC-C5391159B05D}"/>
              </a:ext>
            </a:extLst>
          </p:cNvPr>
          <p:cNvGrpSpPr/>
          <p:nvPr userDrawn="1"/>
        </p:nvGrpSpPr>
        <p:grpSpPr>
          <a:xfrm>
            <a:off x="10368977" y="712788"/>
            <a:ext cx="1103886" cy="993273"/>
            <a:chOff x="10" y="1571847"/>
            <a:chExt cx="3265252" cy="293806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842E8A8-61EE-DE3C-BEED-7FB9077B3CA0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FD209FE8-EEDA-3DE8-A6E5-94CFEF66C97A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AB335FD4-018F-2A9F-4BF2-506A17025D6E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828D752-157E-D62B-0153-89EB2C943316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D923ACD-4C0C-15B5-4069-9DCC44E3B8B4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B586910-EB23-93A9-8985-5D6F84ED6860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71341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636C9EB-6D26-0458-BA8E-44D9FEBF24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6439" y="5554823"/>
            <a:ext cx="5389562" cy="64904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1800" i="1">
                <a:solidFill>
                  <a:schemeClr val="accent1"/>
                </a:solidFill>
                <a:latin typeface="Figtree Medium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contact information</a:t>
            </a:r>
            <a:endParaRPr lang="en-GB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769174A-3BA1-3FD0-8C90-8D722DC13524}"/>
              </a:ext>
            </a:extLst>
          </p:cNvPr>
          <p:cNvSpPr/>
          <p:nvPr userDrawn="1"/>
        </p:nvSpPr>
        <p:spPr>
          <a:xfrm>
            <a:off x="720727" y="1"/>
            <a:ext cx="9080814" cy="3917269"/>
          </a:xfrm>
          <a:custGeom>
            <a:avLst/>
            <a:gdLst>
              <a:gd name="connsiteX0" fmla="*/ 211168 w 9080814"/>
              <a:gd name="connsiteY0" fmla="*/ 0 h 3917269"/>
              <a:gd name="connsiteX1" fmla="*/ 9080814 w 9080814"/>
              <a:gd name="connsiteY1" fmla="*/ 0 h 3917269"/>
              <a:gd name="connsiteX2" fmla="*/ 9064255 w 9080814"/>
              <a:gd name="connsiteY2" fmla="*/ 65904 h 3917269"/>
              <a:gd name="connsiteX3" fmla="*/ 8220507 w 9080814"/>
              <a:gd name="connsiteY3" fmla="*/ 1124425 h 3917269"/>
              <a:gd name="connsiteX4" fmla="*/ 2356696 w 9080814"/>
              <a:gd name="connsiteY4" fmla="*/ 3830678 h 3917269"/>
              <a:gd name="connsiteX5" fmla="*/ 2356696 w 9080814"/>
              <a:gd name="connsiteY5" fmla="*/ 3830480 h 3917269"/>
              <a:gd name="connsiteX6" fmla="*/ 2592 w 9080814"/>
              <a:gd name="connsiteY6" fmla="*/ 2004697 h 3917269"/>
              <a:gd name="connsiteX7" fmla="*/ 151154 w 9080814"/>
              <a:gd name="connsiteY7" fmla="*/ 398677 h 3917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0814" h="3917269">
                <a:moveTo>
                  <a:pt x="211168" y="0"/>
                </a:moveTo>
                <a:lnTo>
                  <a:pt x="9080814" y="0"/>
                </a:lnTo>
                <a:lnTo>
                  <a:pt x="9064255" y="65904"/>
                </a:lnTo>
                <a:cubicBezTo>
                  <a:pt x="8943885" y="445967"/>
                  <a:pt x="8673760" y="817518"/>
                  <a:pt x="8220507" y="1124425"/>
                </a:cubicBezTo>
                <a:cubicBezTo>
                  <a:pt x="6442411" y="2328513"/>
                  <a:pt x="4413918" y="3276620"/>
                  <a:pt x="2356696" y="3830678"/>
                </a:cubicBezTo>
                <a:lnTo>
                  <a:pt x="2356696" y="3830480"/>
                </a:lnTo>
                <a:cubicBezTo>
                  <a:pt x="1000577" y="4195795"/>
                  <a:pt x="-59459" y="3373784"/>
                  <a:pt x="2592" y="2004697"/>
                </a:cubicBezTo>
                <a:cubicBezTo>
                  <a:pt x="27280" y="1460014"/>
                  <a:pt x="76662" y="940245"/>
                  <a:pt x="151154" y="398677"/>
                </a:cubicBezTo>
                <a:close/>
              </a:path>
            </a:pathLst>
          </a:custGeom>
          <a:solidFill>
            <a:schemeClr val="accent1"/>
          </a:solidFill>
          <a:ln w="72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BF0C26D9-850F-8A25-9198-3C20B9286B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67262" y="1366596"/>
            <a:ext cx="3661988" cy="1000125"/>
          </a:xfrm>
        </p:spPr>
        <p:txBody>
          <a:bodyPr anchor="b"/>
          <a:lstStyle>
            <a:lvl1pPr>
              <a:lnSpc>
                <a:spcPts val="9600"/>
              </a:lnSpc>
              <a:defRPr sz="96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Thank</a:t>
            </a:r>
            <a:endParaRPr lang="en-GB" dirty="0"/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47DBA3EC-D777-670B-79A7-353B91AD1A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67262" y="1951370"/>
            <a:ext cx="3661988" cy="1285874"/>
          </a:xfrm>
        </p:spPr>
        <p:txBody>
          <a:bodyPr/>
          <a:lstStyle>
            <a:lvl1pPr>
              <a:lnSpc>
                <a:spcPts val="9600"/>
              </a:lnSpc>
              <a:defRPr sz="9600" b="1" i="1">
                <a:solidFill>
                  <a:schemeClr val="bg1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you</a:t>
            </a:r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9B2AD7-6735-6D25-D81B-7AF926B8793D}"/>
              </a:ext>
            </a:extLst>
          </p:cNvPr>
          <p:cNvGrpSpPr/>
          <p:nvPr userDrawn="1"/>
        </p:nvGrpSpPr>
        <p:grpSpPr>
          <a:xfrm>
            <a:off x="9966576" y="4785098"/>
            <a:ext cx="1506287" cy="1355352"/>
            <a:chOff x="10" y="1571847"/>
            <a:chExt cx="3265252" cy="293806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27E5373-5695-81DF-E20C-D646B5A6A36D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9" name="Graphic 2">
              <a:extLst>
                <a:ext uri="{FF2B5EF4-FFF2-40B4-BE49-F238E27FC236}">
                  <a16:creationId xmlns:a16="http://schemas.microsoft.com/office/drawing/2014/main" id="{09BD92BD-3BE1-18C0-1CB0-B2249C9E79D0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71FDF85-69DE-269C-6890-FA0DBD35753E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7761124-BAC2-8324-B983-30284947D60A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D3D8C3F-FF9D-6187-F824-D836E70BBAD0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F237AFA-5D77-E5EC-D9CD-E36D87435483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7705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4040E9D-E766-0280-DB1B-08B5071860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" y="0"/>
            <a:ext cx="7800485" cy="6413074"/>
          </a:xfrm>
          <a:custGeom>
            <a:avLst/>
            <a:gdLst>
              <a:gd name="connsiteX0" fmla="*/ 0 w 7800485"/>
              <a:gd name="connsiteY0" fmla="*/ 0 h 6413074"/>
              <a:gd name="connsiteX1" fmla="*/ 6817205 w 7800485"/>
              <a:gd name="connsiteY1" fmla="*/ 0 h 6413074"/>
              <a:gd name="connsiteX2" fmla="*/ 6954451 w 7800485"/>
              <a:gd name="connsiteY2" fmla="*/ 105377 h 6413074"/>
              <a:gd name="connsiteX3" fmla="*/ 7173387 w 7800485"/>
              <a:gd name="connsiteY3" fmla="*/ 288929 h 6413074"/>
              <a:gd name="connsiteX4" fmla="*/ 6783561 w 7800485"/>
              <a:gd name="connsiteY4" fmla="*/ 3355181 h 6413074"/>
              <a:gd name="connsiteX5" fmla="*/ 292375 w 7800485"/>
              <a:gd name="connsiteY5" fmla="*/ 6350979 h 6413074"/>
              <a:gd name="connsiteX6" fmla="*/ 292375 w 7800485"/>
              <a:gd name="connsiteY6" fmla="*/ 6350759 h 6413074"/>
              <a:gd name="connsiteX7" fmla="*/ 14962 w 7800485"/>
              <a:gd name="connsiteY7" fmla="*/ 6411355 h 6413074"/>
              <a:gd name="connsiteX8" fmla="*/ 0 w 7800485"/>
              <a:gd name="connsiteY8" fmla="*/ 6413074 h 6413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00485" h="6413074">
                <a:moveTo>
                  <a:pt x="0" y="0"/>
                </a:moveTo>
                <a:lnTo>
                  <a:pt x="6817205" y="0"/>
                </a:lnTo>
                <a:lnTo>
                  <a:pt x="6954451" y="105377"/>
                </a:lnTo>
                <a:cubicBezTo>
                  <a:pt x="7032285" y="167681"/>
                  <a:pt x="7105416" y="228951"/>
                  <a:pt x="7173387" y="288929"/>
                </a:cubicBezTo>
                <a:cubicBezTo>
                  <a:pt x="8017969" y="1034344"/>
                  <a:pt x="8121557" y="2449198"/>
                  <a:pt x="6783561" y="3355181"/>
                </a:cubicBezTo>
                <a:cubicBezTo>
                  <a:pt x="4815225" y="4688095"/>
                  <a:pt x="2569701" y="5737641"/>
                  <a:pt x="292375" y="6350979"/>
                </a:cubicBezTo>
                <a:lnTo>
                  <a:pt x="292375" y="6350759"/>
                </a:lnTo>
                <a:cubicBezTo>
                  <a:pt x="198549" y="6376034"/>
                  <a:pt x="106003" y="6396175"/>
                  <a:pt x="14962" y="6411355"/>
                </a:cubicBezTo>
                <a:lnTo>
                  <a:pt x="0" y="641307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C5E34F98-2182-28BE-B55C-16F6BF3E8F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09943" y="4274564"/>
            <a:ext cx="3661988" cy="1000125"/>
          </a:xfrm>
        </p:spPr>
        <p:txBody>
          <a:bodyPr anchor="b"/>
          <a:lstStyle>
            <a:lvl1pPr>
              <a:lnSpc>
                <a:spcPts val="9600"/>
              </a:lnSpc>
              <a:defRPr sz="9600" b="1" i="1">
                <a:solidFill>
                  <a:schemeClr val="accent3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Thank</a:t>
            </a:r>
            <a:endParaRPr lang="en-GB" dirty="0"/>
          </a:p>
        </p:txBody>
      </p:sp>
      <p:sp>
        <p:nvSpPr>
          <p:cNvPr id="5" name="Text Placeholder 30">
            <a:extLst>
              <a:ext uri="{FF2B5EF4-FFF2-40B4-BE49-F238E27FC236}">
                <a16:creationId xmlns:a16="http://schemas.microsoft.com/office/drawing/2014/main" id="{F01D00FB-68A5-4400-582E-1B9FF1887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09943" y="4859338"/>
            <a:ext cx="3661988" cy="1285874"/>
          </a:xfrm>
        </p:spPr>
        <p:txBody>
          <a:bodyPr/>
          <a:lstStyle>
            <a:lvl1pPr>
              <a:lnSpc>
                <a:spcPts val="9600"/>
              </a:lnSpc>
              <a:defRPr sz="9600" b="1" i="1">
                <a:solidFill>
                  <a:schemeClr val="accent1"/>
                </a:solidFill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you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B0ADF8-48AE-B38F-5587-B12E7D73895B}"/>
              </a:ext>
            </a:extLst>
          </p:cNvPr>
          <p:cNvGrpSpPr/>
          <p:nvPr userDrawn="1"/>
        </p:nvGrpSpPr>
        <p:grpSpPr>
          <a:xfrm>
            <a:off x="9966576" y="712788"/>
            <a:ext cx="1506287" cy="1355352"/>
            <a:chOff x="10" y="1571847"/>
            <a:chExt cx="3265252" cy="293806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F0E2CE1-0414-50D0-A727-B81DB9D9D7BA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6" name="Graphic 2">
              <a:extLst>
                <a:ext uri="{FF2B5EF4-FFF2-40B4-BE49-F238E27FC236}">
                  <a16:creationId xmlns:a16="http://schemas.microsoft.com/office/drawing/2014/main" id="{A08915A7-BB35-45BE-4DF0-768591C5589F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E3DB4EEA-B3A4-0D1D-91E2-B3D912D5E828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DEFA2624-DC91-412D-F60C-0B08CF62151C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3F48F41E-1B8A-7EA4-85C5-A36DF6A24E6B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3130DB3-09DB-7D6C-43E9-F75EB3E002F3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2593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F330CC9-F7F7-B807-3A0F-16CAB89009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51796" y="1628776"/>
            <a:ext cx="5940205" cy="5243221"/>
          </a:xfrm>
          <a:custGeom>
            <a:avLst/>
            <a:gdLst>
              <a:gd name="connsiteX0" fmla="*/ 2802810 w 5940205"/>
              <a:gd name="connsiteY0" fmla="*/ 277 h 5243221"/>
              <a:gd name="connsiteX1" fmla="*/ 3520327 w 5940205"/>
              <a:gd name="connsiteY1" fmla="*/ 105513 h 5243221"/>
              <a:gd name="connsiteX2" fmla="*/ 5442183 w 5940205"/>
              <a:gd name="connsiteY2" fmla="*/ 877238 h 5243221"/>
              <a:gd name="connsiteX3" fmla="*/ 5940205 w 5940205"/>
              <a:gd name="connsiteY3" fmla="*/ 1128666 h 5243221"/>
              <a:gd name="connsiteX4" fmla="*/ 5940205 w 5940205"/>
              <a:gd name="connsiteY4" fmla="*/ 5243221 h 5243221"/>
              <a:gd name="connsiteX5" fmla="*/ 0 w 5940205"/>
              <a:gd name="connsiteY5" fmla="*/ 5243221 h 5243221"/>
              <a:gd name="connsiteX6" fmla="*/ 20880 w 5940205"/>
              <a:gd name="connsiteY6" fmla="*/ 5018821 h 5243221"/>
              <a:gd name="connsiteX7" fmla="*/ 163595 w 5940205"/>
              <a:gd name="connsiteY7" fmla="*/ 3978165 h 5243221"/>
              <a:gd name="connsiteX8" fmla="*/ 660405 w 5940205"/>
              <a:gd name="connsiteY8" fmla="*/ 1743846 h 5243221"/>
              <a:gd name="connsiteX9" fmla="*/ 2802810 w 5940205"/>
              <a:gd name="connsiteY9" fmla="*/ 277 h 5243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40205" h="5243221">
                <a:moveTo>
                  <a:pt x="2802810" y="277"/>
                </a:moveTo>
                <a:cubicBezTo>
                  <a:pt x="3035193" y="-3427"/>
                  <a:pt x="3276017" y="30023"/>
                  <a:pt x="3520327" y="105513"/>
                </a:cubicBezTo>
                <a:cubicBezTo>
                  <a:pt x="4122090" y="291460"/>
                  <a:pt x="4791219" y="564629"/>
                  <a:pt x="5442183" y="877238"/>
                </a:cubicBezTo>
                <a:lnTo>
                  <a:pt x="5940205" y="1128666"/>
                </a:lnTo>
                <a:lnTo>
                  <a:pt x="5940205" y="5243221"/>
                </a:lnTo>
                <a:lnTo>
                  <a:pt x="0" y="5243221"/>
                </a:lnTo>
                <a:lnTo>
                  <a:pt x="20880" y="5018821"/>
                </a:lnTo>
                <a:cubicBezTo>
                  <a:pt x="57783" y="4679006"/>
                  <a:pt x="105315" y="4336539"/>
                  <a:pt x="163595" y="3978165"/>
                </a:cubicBezTo>
                <a:cubicBezTo>
                  <a:pt x="286458" y="3222056"/>
                  <a:pt x="453083" y="2476263"/>
                  <a:pt x="660405" y="1743846"/>
                </a:cubicBezTo>
                <a:cubicBezTo>
                  <a:pt x="947316" y="730038"/>
                  <a:pt x="1795818" y="16326"/>
                  <a:pt x="2802810" y="27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9" y="1628775"/>
            <a:ext cx="5643562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6400800"/>
            <a:ext cx="5738812" cy="21721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3851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7518400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7294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2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D6B704-B313-E2DC-48C0-0523BC04AB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1155" y="1628775"/>
            <a:ext cx="5537939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C7E5780-19F6-1178-8967-F2D9D8000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4924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2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525F8A-3981-B9FD-82B3-B0BB5CDD9EA8}"/>
              </a:ext>
            </a:extLst>
          </p:cNvPr>
          <p:cNvSpPr/>
          <p:nvPr userDrawn="1"/>
        </p:nvSpPr>
        <p:spPr>
          <a:xfrm>
            <a:off x="6281155" y="1628774"/>
            <a:ext cx="5545720" cy="4679950"/>
          </a:xfrm>
          <a:prstGeom prst="roundRect">
            <a:avLst>
              <a:gd name="adj" fmla="val 409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432" y="674198"/>
            <a:ext cx="7530768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D6B704-B313-E2DC-48C0-0523BC04AB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646985" y="2115671"/>
            <a:ext cx="4737797" cy="3908316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C7E5780-19F6-1178-8967-F2D9D8000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750032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3749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3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800" y="1628775"/>
            <a:ext cx="3572614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C7E5780-19F6-1178-8967-F2D9D8000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CC4BC6-A181-D6FF-C16D-FCC8DA8068E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07003" y="1628775"/>
            <a:ext cx="3572614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8DB3DE-96EE-DC15-4734-23E95BBEF67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1206" y="1628775"/>
            <a:ext cx="3572614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428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Co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65481" y="1628775"/>
            <a:ext cx="3572614" cy="467995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4677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5F6E0940-4C62-3C84-F107-C96E68DC54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799" y="1628775"/>
            <a:ext cx="357261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6BD52A3-B70C-2290-E423-F67D38E836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799" y="3597354"/>
            <a:ext cx="3572614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4533F03-2012-0A5E-C1EF-C460B014B3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B246A5E-58B1-2144-33E5-E88F29C16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5" name="Title 60">
            <a:extLst>
              <a:ext uri="{FF2B5EF4-FFF2-40B4-BE49-F238E27FC236}">
                <a16:creationId xmlns:a16="http://schemas.microsoft.com/office/drawing/2014/main" id="{73DAC8C2-76E8-354F-2651-E576BE3418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B13487EE-FB97-3CCE-770D-BF735F0C4C1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09693" y="1628775"/>
            <a:ext cx="357261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dirty="0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454E51B9-37EC-8545-ED2D-3FBE01DF9F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09693" y="3597354"/>
            <a:ext cx="3572614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CD1C967B-EE00-1477-AA13-64820F5BAAF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73768" y="1628775"/>
            <a:ext cx="357261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CEF62DBE-0F48-90C9-DE85-7BF40E3781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73768" y="3597354"/>
            <a:ext cx="3572614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273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08DE4E21-048D-C165-7EAF-D44EE5CDBF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799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8A1C1905-3C54-B2B7-147F-B486B71DF2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799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9B4EADF-5061-4F94-15CA-767D5F0CBE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E9848AC-C2C4-EC47-D952-5AEA80DF9D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9" name="Title 60">
            <a:extLst>
              <a:ext uri="{FF2B5EF4-FFF2-40B4-BE49-F238E27FC236}">
                <a16:creationId xmlns:a16="http://schemas.microsoft.com/office/drawing/2014/main" id="{8F605CB6-AB0B-C4C1-A20C-26EE19772A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D47899CA-369E-51AB-C288-A41EFF337A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16669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BC05B595-D36A-E6B2-C248-F473415680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0539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3170F9E4-C260-451D-8DE2-96047560108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24408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DFB97CDD-FCD9-D03E-FB70-50AE2F0003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6669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939717A9-201C-E5F1-0245-C5CC64B0AA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0539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A5ABD2E-CF8D-7C1E-767E-986EA3032B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24408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157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08DE4E21-048D-C165-7EAF-D44EE5CDBF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799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8A1C1905-3C54-B2B7-147F-B486B71DF2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799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9B4EADF-5061-4F94-15CA-767D5F0CBE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E9848AC-C2C4-EC47-D952-5AEA80DF9D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9" name="Title 60">
            <a:extLst>
              <a:ext uri="{FF2B5EF4-FFF2-40B4-BE49-F238E27FC236}">
                <a16:creationId xmlns:a16="http://schemas.microsoft.com/office/drawing/2014/main" id="{8F605CB6-AB0B-C4C1-A20C-26EE19772A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D47899CA-369E-51AB-C288-A41EFF337A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16669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BC05B595-D36A-E6B2-C248-F473415680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0539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3170F9E4-C260-451D-8DE2-96047560108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24408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DFB97CDD-FCD9-D03E-FB70-50AE2F0003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6669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939717A9-201C-E5F1-0245-C5CC64B0AA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0539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A5ABD2E-CF8D-7C1E-767E-986EA3032B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24408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4BE8157B-ADCB-690D-C10F-5296ABFD26F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2799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EDD7CA24-F53A-0964-202B-F0D863A4D70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799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465E57E-DFA4-CAF9-5A20-E3B5C712CB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16669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BF3678F-8405-9039-1FF2-59FFA3F64B9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70539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1053DDA-17C1-0DD4-136E-C7B7E28715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24408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57499C9D-6CF5-2738-F7E7-3A6205201D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16669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CB6A1CA-03D7-D370-15E7-207231FCAD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70539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909A66F0-C4EA-6CB6-51FA-14F6D6A2C2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24408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3085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F330CC9-F7F7-B807-3A0F-16CAB89009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51796" y="1628776"/>
            <a:ext cx="5940205" cy="5243221"/>
          </a:xfrm>
          <a:custGeom>
            <a:avLst/>
            <a:gdLst>
              <a:gd name="connsiteX0" fmla="*/ 2802810 w 5940205"/>
              <a:gd name="connsiteY0" fmla="*/ 277 h 5243221"/>
              <a:gd name="connsiteX1" fmla="*/ 3520327 w 5940205"/>
              <a:gd name="connsiteY1" fmla="*/ 105513 h 5243221"/>
              <a:gd name="connsiteX2" fmla="*/ 5442183 w 5940205"/>
              <a:gd name="connsiteY2" fmla="*/ 877238 h 5243221"/>
              <a:gd name="connsiteX3" fmla="*/ 5940205 w 5940205"/>
              <a:gd name="connsiteY3" fmla="*/ 1128666 h 5243221"/>
              <a:gd name="connsiteX4" fmla="*/ 5940205 w 5940205"/>
              <a:gd name="connsiteY4" fmla="*/ 5243221 h 5243221"/>
              <a:gd name="connsiteX5" fmla="*/ 0 w 5940205"/>
              <a:gd name="connsiteY5" fmla="*/ 5243221 h 5243221"/>
              <a:gd name="connsiteX6" fmla="*/ 20880 w 5940205"/>
              <a:gd name="connsiteY6" fmla="*/ 5018821 h 5243221"/>
              <a:gd name="connsiteX7" fmla="*/ 163595 w 5940205"/>
              <a:gd name="connsiteY7" fmla="*/ 3978165 h 5243221"/>
              <a:gd name="connsiteX8" fmla="*/ 660405 w 5940205"/>
              <a:gd name="connsiteY8" fmla="*/ 1743846 h 5243221"/>
              <a:gd name="connsiteX9" fmla="*/ 2802810 w 5940205"/>
              <a:gd name="connsiteY9" fmla="*/ 277 h 5243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40205" h="5243221">
                <a:moveTo>
                  <a:pt x="2802810" y="277"/>
                </a:moveTo>
                <a:cubicBezTo>
                  <a:pt x="3035193" y="-3427"/>
                  <a:pt x="3276017" y="30023"/>
                  <a:pt x="3520327" y="105513"/>
                </a:cubicBezTo>
                <a:cubicBezTo>
                  <a:pt x="4122090" y="291460"/>
                  <a:pt x="4791219" y="564629"/>
                  <a:pt x="5442183" y="877238"/>
                </a:cubicBezTo>
                <a:lnTo>
                  <a:pt x="5940205" y="1128666"/>
                </a:lnTo>
                <a:lnTo>
                  <a:pt x="5940205" y="5243221"/>
                </a:lnTo>
                <a:lnTo>
                  <a:pt x="0" y="5243221"/>
                </a:lnTo>
                <a:lnTo>
                  <a:pt x="20880" y="5018821"/>
                </a:lnTo>
                <a:cubicBezTo>
                  <a:pt x="57783" y="4679006"/>
                  <a:pt x="105315" y="4336539"/>
                  <a:pt x="163595" y="3978165"/>
                </a:cubicBezTo>
                <a:cubicBezTo>
                  <a:pt x="286458" y="3222056"/>
                  <a:pt x="453083" y="2476263"/>
                  <a:pt x="660405" y="1743846"/>
                </a:cubicBezTo>
                <a:cubicBezTo>
                  <a:pt x="947316" y="730038"/>
                  <a:pt x="1795818" y="16326"/>
                  <a:pt x="2802810" y="27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9" y="1628775"/>
            <a:ext cx="5643562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6400800"/>
            <a:ext cx="5738812" cy="21721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65173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94AEEA-4938-2AFD-DA49-1B90D061FA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251586"/>
            <a:ext cx="5915026" cy="4620062"/>
          </a:xfrm>
          <a:custGeom>
            <a:avLst/>
            <a:gdLst>
              <a:gd name="connsiteX0" fmla="*/ 25636 w 5915026"/>
              <a:gd name="connsiteY0" fmla="*/ 277 h 4620062"/>
              <a:gd name="connsiteX1" fmla="*/ 743153 w 5915026"/>
              <a:gd name="connsiteY1" fmla="*/ 105513 h 4620062"/>
              <a:gd name="connsiteX2" fmla="*/ 5372488 w 5915026"/>
              <a:gd name="connsiteY2" fmla="*/ 2547729 h 4620062"/>
              <a:gd name="connsiteX3" fmla="*/ 5679031 w 5915026"/>
              <a:gd name="connsiteY3" fmla="*/ 4546035 h 4620062"/>
              <a:gd name="connsiteX4" fmla="*/ 5627849 w 5915026"/>
              <a:gd name="connsiteY4" fmla="*/ 4620062 h 4620062"/>
              <a:gd name="connsiteX5" fmla="*/ 0 w 5915026"/>
              <a:gd name="connsiteY5" fmla="*/ 4620062 h 4620062"/>
              <a:gd name="connsiteX6" fmla="*/ 0 w 5915026"/>
              <a:gd name="connsiteY6" fmla="*/ 1799 h 4620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5026" h="4620062">
                <a:moveTo>
                  <a:pt x="25636" y="277"/>
                </a:moveTo>
                <a:cubicBezTo>
                  <a:pt x="258019" y="-3427"/>
                  <a:pt x="498843" y="30023"/>
                  <a:pt x="743153" y="105513"/>
                </a:cubicBezTo>
                <a:cubicBezTo>
                  <a:pt x="2347854" y="601370"/>
                  <a:pt x="4431602" y="1717478"/>
                  <a:pt x="5372488" y="2547729"/>
                </a:cubicBezTo>
                <a:cubicBezTo>
                  <a:pt x="5920510" y="3031404"/>
                  <a:pt x="6107926" y="3840863"/>
                  <a:pt x="5679031" y="4546035"/>
                </a:cubicBezTo>
                <a:lnTo>
                  <a:pt x="5627849" y="4620062"/>
                </a:lnTo>
                <a:lnTo>
                  <a:pt x="0" y="4620062"/>
                </a:lnTo>
                <a:lnTo>
                  <a:pt x="0" y="17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7" y="1628775"/>
            <a:ext cx="5557837" cy="461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Figtree SemiBold" pitchFamily="2" charset="0"/>
              </a:defRPr>
            </a:lvl1pPr>
            <a:lvl2pPr marL="180000" indent="0">
              <a:buNone/>
              <a:defRPr sz="1600"/>
            </a:lvl2pPr>
            <a:lvl3pPr marL="360000" indent="0">
              <a:buNone/>
              <a:defRPr sz="1600"/>
            </a:lvl3pPr>
            <a:lvl4pPr marL="540000" indent="0">
              <a:buNone/>
              <a:defRPr sz="1600"/>
            </a:lvl4pPr>
            <a:lvl5pPr marL="720000" indent="0">
              <a:buNone/>
              <a:defRPr sz="1600"/>
            </a:lvl5pPr>
          </a:lstStyle>
          <a:p>
            <a:pPr lvl="0"/>
            <a:r>
              <a:rPr lang="en-US" dirty="0"/>
              <a:t>Add optional body copy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188" y="668775"/>
            <a:ext cx="7591425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DC33164-A0DD-F0FC-E9C5-B65E81BFB7B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91252" y="1628775"/>
            <a:ext cx="5643562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09172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1D000B8-0DE6-24C6-43C3-1952DB445E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51442" y="-6823"/>
            <a:ext cx="4940558" cy="6315549"/>
          </a:xfrm>
          <a:custGeom>
            <a:avLst/>
            <a:gdLst>
              <a:gd name="connsiteX0" fmla="*/ 780465 w 4940558"/>
              <a:gd name="connsiteY0" fmla="*/ 0 h 6315549"/>
              <a:gd name="connsiteX1" fmla="*/ 4940558 w 4940558"/>
              <a:gd name="connsiteY1" fmla="*/ 0 h 6315549"/>
              <a:gd name="connsiteX2" fmla="*/ 4940558 w 4940558"/>
              <a:gd name="connsiteY2" fmla="*/ 5271429 h 6315549"/>
              <a:gd name="connsiteX3" fmla="*/ 4809422 w 4940558"/>
              <a:gd name="connsiteY3" fmla="*/ 5330534 h 6315549"/>
              <a:gd name="connsiteX4" fmla="*/ 2257054 w 4940558"/>
              <a:gd name="connsiteY4" fmla="*/ 6232620 h 6315549"/>
              <a:gd name="connsiteX5" fmla="*/ 2257054 w 4940558"/>
              <a:gd name="connsiteY5" fmla="*/ 6232430 h 6315549"/>
              <a:gd name="connsiteX6" fmla="*/ 2482 w 4940558"/>
              <a:gd name="connsiteY6" fmla="*/ 4483841 h 6315549"/>
              <a:gd name="connsiteX7" fmla="*/ 224137 w 4940558"/>
              <a:gd name="connsiteY7" fmla="*/ 2418436 h 6315549"/>
              <a:gd name="connsiteX8" fmla="*/ 720949 w 4940558"/>
              <a:gd name="connsiteY8" fmla="*/ 184117 h 631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40558" h="6315549">
                <a:moveTo>
                  <a:pt x="780465" y="0"/>
                </a:moveTo>
                <a:lnTo>
                  <a:pt x="4940558" y="0"/>
                </a:lnTo>
                <a:lnTo>
                  <a:pt x="4940558" y="5271429"/>
                </a:lnTo>
                <a:lnTo>
                  <a:pt x="4809422" y="5330534"/>
                </a:lnTo>
                <a:cubicBezTo>
                  <a:pt x="3975751" y="5696082"/>
                  <a:pt x="3119036" y="6000468"/>
                  <a:pt x="2257054" y="6232620"/>
                </a:cubicBezTo>
                <a:lnTo>
                  <a:pt x="2257054" y="6232430"/>
                </a:lnTo>
                <a:cubicBezTo>
                  <a:pt x="958272" y="6582300"/>
                  <a:pt x="-56945" y="5795043"/>
                  <a:pt x="2482" y="4483841"/>
                </a:cubicBezTo>
                <a:cubicBezTo>
                  <a:pt x="34008" y="3788302"/>
                  <a:pt x="107577" y="3135184"/>
                  <a:pt x="224137" y="2418436"/>
                </a:cubicBezTo>
                <a:cubicBezTo>
                  <a:pt x="347001" y="1662327"/>
                  <a:pt x="513625" y="916534"/>
                  <a:pt x="720949" y="18411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9" y="1628775"/>
            <a:ext cx="6319836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6374688"/>
            <a:ext cx="7591425" cy="24332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189" y="668775"/>
            <a:ext cx="7072312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140A1C-21D9-7FA3-BE61-222BF95A83E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9618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25F9BF59-BB93-71FA-18AF-C830A1AA72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65480" y="1628775"/>
            <a:ext cx="3572614" cy="4679950"/>
          </a:xfrm>
          <a:prstGeom prst="roundRect">
            <a:avLst>
              <a:gd name="adj" fmla="val 602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70248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MessageRH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8265481" y="1533996"/>
            <a:ext cx="3561394" cy="4774728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24558" y="1864658"/>
            <a:ext cx="3043239" cy="4183057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8615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357188" y="357187"/>
            <a:ext cx="3561394" cy="5951537"/>
          </a:xfrm>
          <a:prstGeom prst="roundRect">
            <a:avLst>
              <a:gd name="adj" fmla="val 6113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3238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3238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3238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238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64579" y="1628775"/>
            <a:ext cx="3572614" cy="467995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265" y="618194"/>
            <a:ext cx="3043239" cy="5429522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D7941-731A-3361-D795-610C62F28DB5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4495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MessageLH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374019" y="357187"/>
            <a:ext cx="3561394" cy="5951537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5065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640-BA96-9FC1-148C-35D43516E61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5065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5065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5065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66406" y="1628775"/>
            <a:ext cx="3572614" cy="467995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3096" y="618194"/>
            <a:ext cx="3043239" cy="5429522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0376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Message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4313238" y="1628775"/>
            <a:ext cx="7513637" cy="4679949"/>
          </a:xfrm>
          <a:prstGeom prst="roundRect">
            <a:avLst>
              <a:gd name="adj" fmla="val 394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640-BA96-9FC1-148C-35D43516E61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16B621-FB3E-2D7A-5492-8A9805798F3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74380" y="2100056"/>
            <a:ext cx="6987451" cy="3823909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59017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WhiteMessageRH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4313238" y="1628774"/>
            <a:ext cx="7513637" cy="4679950"/>
          </a:xfrm>
          <a:prstGeom prst="roundRect">
            <a:avLst>
              <a:gd name="adj" fmla="val 39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640-BA96-9FC1-148C-35D43516E61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16B621-FB3E-2D7A-5492-8A9805798F3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74380" y="2100057"/>
            <a:ext cx="6987451" cy="3823908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35890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Bottom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9E5A88-6D8E-D6ED-DAAA-095C2741BA8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65481" y="1628775"/>
            <a:ext cx="3572614" cy="10639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75785B8A-659E-5A07-37E5-CF974A914CB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65480" y="2905885"/>
            <a:ext cx="3572614" cy="3402840"/>
          </a:xfrm>
          <a:prstGeom prst="roundRect">
            <a:avLst>
              <a:gd name="adj" fmla="val 613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7122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Blue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8265481" y="3968750"/>
            <a:ext cx="3561394" cy="2339974"/>
          </a:xfrm>
          <a:prstGeom prst="roundRect">
            <a:avLst>
              <a:gd name="adj" fmla="val 85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42968" y="4210527"/>
            <a:ext cx="3043239" cy="1842991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accent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accent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9E5A88-6D8E-D6ED-DAAA-095C2741BA8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65481" y="1628775"/>
            <a:ext cx="3572614" cy="2078662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98345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EBD1EE-3EED-C4C6-423A-1A154620C8B6}"/>
              </a:ext>
            </a:extLst>
          </p:cNvPr>
          <p:cNvSpPr/>
          <p:nvPr userDrawn="1"/>
        </p:nvSpPr>
        <p:spPr>
          <a:xfrm>
            <a:off x="6162565" y="1628775"/>
            <a:ext cx="5650207" cy="4679950"/>
          </a:xfrm>
          <a:prstGeom prst="roundRect">
            <a:avLst>
              <a:gd name="adj" fmla="val 491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3E1BC1-F874-1B76-9042-73AABE695685}"/>
              </a:ext>
            </a:extLst>
          </p:cNvPr>
          <p:cNvSpPr/>
          <p:nvPr userDrawn="1"/>
        </p:nvSpPr>
        <p:spPr>
          <a:xfrm>
            <a:off x="357187" y="1628775"/>
            <a:ext cx="5650207" cy="4679950"/>
          </a:xfrm>
          <a:prstGeom prst="roundRect">
            <a:avLst>
              <a:gd name="adj" fmla="val 491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938D6A-6794-FC84-88ED-DFA76DD4AA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1" name="Title 60">
            <a:extLst>
              <a:ext uri="{FF2B5EF4-FFF2-40B4-BE49-F238E27FC236}">
                <a16:creationId xmlns:a16="http://schemas.microsoft.com/office/drawing/2014/main" id="{2230F982-9794-A4D1-6AD7-8FFA321F8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6CFA0A-8832-5561-493F-FD0C093290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2C61D6-A7BC-7920-2C34-5051FF358A6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1580" y="1864416"/>
            <a:ext cx="4942625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136DAC-655F-6EB8-DFC0-7D71987E4C4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55022" y="1864416"/>
            <a:ext cx="4942625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70547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3E1BC1-F874-1B76-9042-73AABE695685}"/>
              </a:ext>
            </a:extLst>
          </p:cNvPr>
          <p:cNvSpPr/>
          <p:nvPr userDrawn="1"/>
        </p:nvSpPr>
        <p:spPr>
          <a:xfrm>
            <a:off x="357188" y="1628775"/>
            <a:ext cx="3734125" cy="4679950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4F1863E-285E-1682-A785-08BF51D08F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7" name="Title 60">
            <a:extLst>
              <a:ext uri="{FF2B5EF4-FFF2-40B4-BE49-F238E27FC236}">
                <a16:creationId xmlns:a16="http://schemas.microsoft.com/office/drawing/2014/main" id="{41DCE93A-1503-75A1-7283-F770644A6D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AEAD20-634D-F95A-24A7-C816B1AF5C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0DED05-6A38-3260-57B8-8C647F55EC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2582" y="1864416"/>
            <a:ext cx="323228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D1755E-0081-D513-7228-4440A933E7EB}"/>
              </a:ext>
            </a:extLst>
          </p:cNvPr>
          <p:cNvSpPr/>
          <p:nvPr userDrawn="1"/>
        </p:nvSpPr>
        <p:spPr>
          <a:xfrm>
            <a:off x="8088644" y="1628775"/>
            <a:ext cx="3734125" cy="4679950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470EB56-C8BF-4E18-68DB-7ED699AA306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14038" y="1864416"/>
            <a:ext cx="323228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CAEB640-3F2B-61F5-4DD4-4FCE08925DEE}"/>
              </a:ext>
            </a:extLst>
          </p:cNvPr>
          <p:cNvSpPr/>
          <p:nvPr userDrawn="1"/>
        </p:nvSpPr>
        <p:spPr>
          <a:xfrm>
            <a:off x="4222916" y="1628775"/>
            <a:ext cx="3734125" cy="4679950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7E77365-2DE0-A574-2733-51039F9EE7F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58546" y="1864416"/>
            <a:ext cx="323228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97995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3E1BC1-F874-1B76-9042-73AABE695685}"/>
              </a:ext>
            </a:extLst>
          </p:cNvPr>
          <p:cNvSpPr/>
          <p:nvPr userDrawn="1"/>
        </p:nvSpPr>
        <p:spPr>
          <a:xfrm>
            <a:off x="362799" y="1628775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246AB00-A63A-2170-1CF8-D504B545C7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0" name="Title 60">
            <a:extLst>
              <a:ext uri="{FF2B5EF4-FFF2-40B4-BE49-F238E27FC236}">
                <a16:creationId xmlns:a16="http://schemas.microsoft.com/office/drawing/2014/main" id="{06AF254D-96FC-98E2-B50A-54551C3183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DB1F6B1-1553-7445-DC97-4D8D404B7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F8DBDE-1413-08FA-38E9-B775E3B52B4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702" y="1837120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9C68CD-6E87-05B4-47D8-7793C00F52CE}"/>
              </a:ext>
            </a:extLst>
          </p:cNvPr>
          <p:cNvSpPr/>
          <p:nvPr userDrawn="1"/>
        </p:nvSpPr>
        <p:spPr>
          <a:xfrm>
            <a:off x="6169921" y="1628775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D4185EF-AC5F-06FE-5D7A-85BDEFB5936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23824" y="1837120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7CEB0B-593A-F5B3-A75F-E21806CF4766}"/>
              </a:ext>
            </a:extLst>
          </p:cNvPr>
          <p:cNvSpPr/>
          <p:nvPr userDrawn="1"/>
        </p:nvSpPr>
        <p:spPr>
          <a:xfrm>
            <a:off x="362799" y="4030781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556287D-AD58-2A10-DC84-12D27DD01A5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6702" y="4239126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25F6040-29E2-E6D6-1036-BE101CEE3804}"/>
              </a:ext>
            </a:extLst>
          </p:cNvPr>
          <p:cNvSpPr/>
          <p:nvPr userDrawn="1"/>
        </p:nvSpPr>
        <p:spPr>
          <a:xfrm>
            <a:off x="6169921" y="4030781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F05416E-CCA0-9946-2738-AEF3DBC874D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23824" y="4239126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10459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5A74B6-1267-C2CB-9084-1B63B5CB00E2}"/>
              </a:ext>
            </a:extLst>
          </p:cNvPr>
          <p:cNvSpPr/>
          <p:nvPr userDrawn="1"/>
        </p:nvSpPr>
        <p:spPr>
          <a:xfrm>
            <a:off x="357188" y="1628775"/>
            <a:ext cx="760326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9A0BF14B-A46F-90B7-5E44-E359221478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3" name="Title 60">
            <a:extLst>
              <a:ext uri="{FF2B5EF4-FFF2-40B4-BE49-F238E27FC236}">
                <a16:creationId xmlns:a16="http://schemas.microsoft.com/office/drawing/2014/main" id="{8E5AB7F7-7D78-B53A-49D4-0B71F6EFB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4263E7A-E50E-9069-26CC-D28FB35C44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9CD7821-509F-387D-040F-723CE59841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702" y="1843944"/>
            <a:ext cx="7155698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2E05D7D-DC0B-A66F-378E-9D97BFC21431}"/>
              </a:ext>
            </a:extLst>
          </p:cNvPr>
          <p:cNvSpPr/>
          <p:nvPr userDrawn="1"/>
        </p:nvSpPr>
        <p:spPr>
          <a:xfrm>
            <a:off x="8081820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F383662-F49F-D792-9035-D43C93D7D6F7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302317" y="1796177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967486-5AD6-C25A-E555-28BCDCE9BA10}"/>
              </a:ext>
            </a:extLst>
          </p:cNvPr>
          <p:cNvSpPr/>
          <p:nvPr userDrawn="1"/>
        </p:nvSpPr>
        <p:spPr>
          <a:xfrm>
            <a:off x="4212680" y="4035787"/>
            <a:ext cx="760326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0F5A605-DA00-EBFB-7E1B-778F9039B381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483428" y="4234423"/>
            <a:ext cx="7096697" cy="1894249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82A9DE-1C94-D427-97E6-5B49C4E15950}"/>
              </a:ext>
            </a:extLst>
          </p:cNvPr>
          <p:cNvSpPr/>
          <p:nvPr userDrawn="1"/>
        </p:nvSpPr>
        <p:spPr>
          <a:xfrm>
            <a:off x="357188" y="4035787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4428C88-055C-345A-9B19-FD28E0199B9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16702" y="4234424"/>
            <a:ext cx="3277808" cy="193637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81929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94276C-30C6-F3D0-FC29-F89174A0C89F}"/>
              </a:ext>
            </a:extLst>
          </p:cNvPr>
          <p:cNvSpPr/>
          <p:nvPr userDrawn="1"/>
        </p:nvSpPr>
        <p:spPr>
          <a:xfrm>
            <a:off x="357188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1E03025-00E3-5EFB-2C4C-22D8D1E3FE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9" name="Title 60">
            <a:extLst>
              <a:ext uri="{FF2B5EF4-FFF2-40B4-BE49-F238E27FC236}">
                <a16:creationId xmlns:a16="http://schemas.microsoft.com/office/drawing/2014/main" id="{E13EF1A0-E47B-1919-4C88-9F686CC347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99B7741-E4E2-E757-DBF3-F898B7490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C539FAC-F638-8658-413F-7CE3FABE34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702" y="1864416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252FE2-F3E9-1E08-051D-42D32BCD2A47}"/>
              </a:ext>
            </a:extLst>
          </p:cNvPr>
          <p:cNvSpPr/>
          <p:nvPr userDrawn="1"/>
        </p:nvSpPr>
        <p:spPr>
          <a:xfrm>
            <a:off x="357188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21BE545-CB48-ABBD-CC63-6423C0CB1E4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16702" y="4280070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EDAC85-9C3C-E18F-AC4D-69FAE008EBA2}"/>
              </a:ext>
            </a:extLst>
          </p:cNvPr>
          <p:cNvSpPr/>
          <p:nvPr userDrawn="1"/>
        </p:nvSpPr>
        <p:spPr>
          <a:xfrm>
            <a:off x="4226328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27D8870-5E2B-5E8D-9FA2-0C28376D871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17604" y="1864416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745F60-26D2-CF01-E803-C032EF62F47C}"/>
              </a:ext>
            </a:extLst>
          </p:cNvPr>
          <p:cNvSpPr/>
          <p:nvPr userDrawn="1"/>
        </p:nvSpPr>
        <p:spPr>
          <a:xfrm>
            <a:off x="4226328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36C6FD1-1214-A8F5-A0B9-8D119D7553E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17604" y="4280070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72F28FC-613A-608F-A4F5-FB21B3CC3C5A}"/>
              </a:ext>
            </a:extLst>
          </p:cNvPr>
          <p:cNvSpPr/>
          <p:nvPr userDrawn="1"/>
        </p:nvSpPr>
        <p:spPr>
          <a:xfrm>
            <a:off x="8095468" y="1628775"/>
            <a:ext cx="3734125" cy="4679950"/>
          </a:xfrm>
          <a:prstGeom prst="roundRect">
            <a:avLst>
              <a:gd name="adj" fmla="val 5893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9934CED-C9E5-3CA9-C9E6-99F2358C398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354982" y="1864416"/>
            <a:ext cx="3225143" cy="425660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3714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E1585A-929C-8A64-13E3-386E6EAC8765}"/>
              </a:ext>
            </a:extLst>
          </p:cNvPr>
          <p:cNvSpPr/>
          <p:nvPr userDrawn="1"/>
        </p:nvSpPr>
        <p:spPr>
          <a:xfrm>
            <a:off x="357188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A7E50EA-AF19-31FC-1683-E0CCB10B0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5" name="Title 60">
            <a:extLst>
              <a:ext uri="{FF2B5EF4-FFF2-40B4-BE49-F238E27FC236}">
                <a16:creationId xmlns:a16="http://schemas.microsoft.com/office/drawing/2014/main" id="{9C0811E8-0370-A90A-B0BA-8D85E5936D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C7D35BE-2E3B-AFEB-C3EB-3E1A769510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FCB1-9C59-2350-3D36-9DF9D3129A17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77685" y="1816649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70460B-753F-EF8D-6740-8AE69FD45644}"/>
              </a:ext>
            </a:extLst>
          </p:cNvPr>
          <p:cNvSpPr/>
          <p:nvPr userDrawn="1"/>
        </p:nvSpPr>
        <p:spPr>
          <a:xfrm>
            <a:off x="357188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4F0DECA-1A7C-E53F-003D-7FDF959DEB6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77685" y="4232303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F9A6CD-5882-4EB3-5A0E-BADAD96C4A1B}"/>
              </a:ext>
            </a:extLst>
          </p:cNvPr>
          <p:cNvSpPr/>
          <p:nvPr userDrawn="1"/>
        </p:nvSpPr>
        <p:spPr>
          <a:xfrm>
            <a:off x="4219504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4C57561-7714-3D04-8C54-8A3412C24B03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40000" y="1816649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690914-F4D5-5219-91C6-95D86AAB5F1B}"/>
              </a:ext>
            </a:extLst>
          </p:cNvPr>
          <p:cNvSpPr/>
          <p:nvPr userDrawn="1"/>
        </p:nvSpPr>
        <p:spPr>
          <a:xfrm>
            <a:off x="4219504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599E492-9532-DBA0-DC29-70ECB19DD9E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440000" y="4232303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974D95-5ED8-6DC2-0014-F5B29F65544E}"/>
              </a:ext>
            </a:extLst>
          </p:cNvPr>
          <p:cNvSpPr/>
          <p:nvPr userDrawn="1"/>
        </p:nvSpPr>
        <p:spPr>
          <a:xfrm>
            <a:off x="8081820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1D6F5B1-6862-5AD4-222F-DE109B8DEEC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302317" y="1816649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0B23076-B531-EFB7-59C4-56C46CF6D77C}"/>
              </a:ext>
            </a:extLst>
          </p:cNvPr>
          <p:cNvSpPr/>
          <p:nvPr userDrawn="1"/>
        </p:nvSpPr>
        <p:spPr>
          <a:xfrm>
            <a:off x="8081820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39302FF-1E99-A00D-7D8B-6CBBA13069C8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302317" y="4232303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63723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C2A991-FEC6-1506-5AA3-024B502D0BB2}"/>
              </a:ext>
            </a:extLst>
          </p:cNvPr>
          <p:cNvSpPr/>
          <p:nvPr userDrawn="1"/>
        </p:nvSpPr>
        <p:spPr>
          <a:xfrm rot="16200000">
            <a:off x="5497041" y="-21114"/>
            <a:ext cx="1189986" cy="11469689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GB" sz="1400" b="1" cap="all" baseline="0">
              <a:solidFill>
                <a:schemeClr val="tx1"/>
              </a:solidFill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CE16E4CE-FBEB-497F-70CE-64B75C995FBD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574076" y="5270398"/>
            <a:ext cx="10226827" cy="886664"/>
          </a:xfr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800" b="1" i="0">
                <a:latin typeface="+mn-lt"/>
              </a:defRPr>
            </a:lvl1pPr>
            <a:lvl2pPr>
              <a:lnSpc>
                <a:spcPct val="110000"/>
              </a:lnSpc>
              <a:spcAft>
                <a:spcPts val="600"/>
              </a:spcAft>
              <a:defRPr/>
            </a:lvl2pPr>
            <a:lvl3pPr>
              <a:lnSpc>
                <a:spcPct val="110000"/>
              </a:lnSpc>
              <a:spcAft>
                <a:spcPts val="600"/>
              </a:spcAft>
              <a:defRPr/>
            </a:lvl3pPr>
            <a:lvl4pPr>
              <a:lnSpc>
                <a:spcPct val="110000"/>
              </a:lnSpc>
              <a:spcAft>
                <a:spcPts val="600"/>
              </a:spcAft>
              <a:defRPr/>
            </a:lvl4pPr>
            <a:lvl5pPr>
              <a:lnSpc>
                <a:spcPct val="11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Add message box text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365494-5176-07C9-498A-24BBA1FDE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B752CD1-D21E-F1FC-BB38-A61CD5DEE4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8" name="Title 60">
            <a:extLst>
              <a:ext uri="{FF2B5EF4-FFF2-40B4-BE49-F238E27FC236}">
                <a16:creationId xmlns:a16="http://schemas.microsoft.com/office/drawing/2014/main" id="{55F4109F-75F2-9C87-57F1-A18D149B2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0AF87B-0DDD-DF8F-3B5B-0F45896C406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1155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F54EEDB-EBD8-748A-D194-9E3F864C07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72375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Botto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C2A991-FEC6-1506-5AA3-024B502D0BB2}"/>
              </a:ext>
            </a:extLst>
          </p:cNvPr>
          <p:cNvSpPr/>
          <p:nvPr userDrawn="1"/>
        </p:nvSpPr>
        <p:spPr>
          <a:xfrm rot="16200000">
            <a:off x="5497041" y="-21114"/>
            <a:ext cx="1189986" cy="11469689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GB" sz="1400" b="1" cap="all" baseline="0">
              <a:solidFill>
                <a:schemeClr val="tx1"/>
              </a:solidFill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CE16E4CE-FBEB-497F-70CE-64B75C995FBD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574076" y="5270398"/>
            <a:ext cx="10226827" cy="886664"/>
          </a:xfr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800" b="0" i="0">
                <a:solidFill>
                  <a:schemeClr val="accent1"/>
                </a:solidFill>
                <a:latin typeface="+mn-lt"/>
              </a:defRPr>
            </a:lvl1pPr>
            <a:lvl2pPr>
              <a:lnSpc>
                <a:spcPct val="110000"/>
              </a:lnSpc>
              <a:spcAft>
                <a:spcPts val="600"/>
              </a:spcAft>
              <a:defRPr/>
            </a:lvl2pPr>
            <a:lvl3pPr>
              <a:lnSpc>
                <a:spcPct val="110000"/>
              </a:lnSpc>
              <a:spcAft>
                <a:spcPts val="600"/>
              </a:spcAft>
              <a:defRPr/>
            </a:lvl3pPr>
            <a:lvl4pPr>
              <a:lnSpc>
                <a:spcPct val="110000"/>
              </a:lnSpc>
              <a:spcAft>
                <a:spcPts val="600"/>
              </a:spcAft>
              <a:defRPr/>
            </a:lvl4pPr>
            <a:lvl5pPr>
              <a:lnSpc>
                <a:spcPct val="11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Add message box text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365494-5176-07C9-498A-24BBA1FDE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B752CD1-D21E-F1FC-BB38-A61CD5DEE4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 b="1" i="0">
                <a:latin typeface="+mn-lt"/>
              </a:defRPr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8" name="Title 60">
            <a:extLst>
              <a:ext uri="{FF2B5EF4-FFF2-40B4-BE49-F238E27FC236}">
                <a16:creationId xmlns:a16="http://schemas.microsoft.com/office/drawing/2014/main" id="{55F4109F-75F2-9C87-57F1-A18D149B2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0AF87B-0DDD-DF8F-3B5B-0F45896C406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1155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F54EEDB-EBD8-748A-D194-9E3F864C07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43304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129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58343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4441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7518400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01808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2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D6B704-B313-E2DC-48C0-0523BC04AB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1155" y="1628775"/>
            <a:ext cx="5537939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C7E5780-19F6-1178-8967-F2D9D8000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64801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2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525F8A-3981-B9FD-82B3-B0BB5CDD9EA8}"/>
              </a:ext>
            </a:extLst>
          </p:cNvPr>
          <p:cNvSpPr/>
          <p:nvPr userDrawn="1"/>
        </p:nvSpPr>
        <p:spPr>
          <a:xfrm>
            <a:off x="6281155" y="1628774"/>
            <a:ext cx="5545720" cy="4679950"/>
          </a:xfrm>
          <a:prstGeom prst="roundRect">
            <a:avLst>
              <a:gd name="adj" fmla="val 4097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432" y="674198"/>
            <a:ext cx="7530768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D6B704-B313-E2DC-48C0-0523BC04AB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646985" y="2115671"/>
            <a:ext cx="4737797" cy="3908316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C7E5780-19F6-1178-8967-F2D9D8000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750032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46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&amp;3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800" y="1628775"/>
            <a:ext cx="3572614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C7E5780-19F6-1178-8967-F2D9D8000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CC4BC6-A181-D6FF-C16D-FCC8DA8068E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07003" y="1628775"/>
            <a:ext cx="3572614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8DB3DE-96EE-DC15-4734-23E95BBEF67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51206" y="1628775"/>
            <a:ext cx="3572614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75846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Co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65481" y="1628775"/>
            <a:ext cx="3572614" cy="467995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28980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5F6E0940-4C62-3C84-F107-C96E68DC54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799" y="1628775"/>
            <a:ext cx="357261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6BD52A3-B70C-2290-E423-F67D38E836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799" y="3597354"/>
            <a:ext cx="3572614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4533F03-2012-0A5E-C1EF-C460B014B3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B246A5E-58B1-2144-33E5-E88F29C16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5" name="Title 60">
            <a:extLst>
              <a:ext uri="{FF2B5EF4-FFF2-40B4-BE49-F238E27FC236}">
                <a16:creationId xmlns:a16="http://schemas.microsoft.com/office/drawing/2014/main" id="{73DAC8C2-76E8-354F-2651-E576BE3418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B13487EE-FB97-3CCE-770D-BF735F0C4C1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09693" y="1628775"/>
            <a:ext cx="357261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dirty="0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454E51B9-37EC-8545-ED2D-3FBE01DF9F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09693" y="3597354"/>
            <a:ext cx="3572614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CD1C967B-EE00-1477-AA13-64820F5BAAF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73768" y="1628775"/>
            <a:ext cx="357261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CEF62DBE-0F48-90C9-DE85-7BF40E3781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73768" y="3597354"/>
            <a:ext cx="3572614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0104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08DE4E21-048D-C165-7EAF-D44EE5CDBF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799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8A1C1905-3C54-B2B7-147F-B486B71DF2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799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9B4EADF-5061-4F94-15CA-767D5F0CBE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E9848AC-C2C4-EC47-D952-5AEA80DF9D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9" name="Title 60">
            <a:extLst>
              <a:ext uri="{FF2B5EF4-FFF2-40B4-BE49-F238E27FC236}">
                <a16:creationId xmlns:a16="http://schemas.microsoft.com/office/drawing/2014/main" id="{8F605CB6-AB0B-C4C1-A20C-26EE19772A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D47899CA-369E-51AB-C288-A41EFF337A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16669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BC05B595-D36A-E6B2-C248-F473415680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0539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3170F9E4-C260-451D-8DE2-96047560108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24408" y="1628775"/>
            <a:ext cx="2610404" cy="1690287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DFB97CDD-FCD9-D03E-FB70-50AE2F0003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6669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939717A9-201C-E5F1-0245-C5CC64B0AA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0539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A5ABD2E-CF8D-7C1E-767E-986EA3032B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24408" y="3597354"/>
            <a:ext cx="2604793" cy="2711371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2035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08DE4E21-048D-C165-7EAF-D44EE5CDBF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799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8A1C1905-3C54-B2B7-147F-B486B71DF2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2799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9B4EADF-5061-4F94-15CA-767D5F0CBE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7E9848AC-C2C4-EC47-D952-5AEA80DF9D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9" name="Title 60">
            <a:extLst>
              <a:ext uri="{FF2B5EF4-FFF2-40B4-BE49-F238E27FC236}">
                <a16:creationId xmlns:a16="http://schemas.microsoft.com/office/drawing/2014/main" id="{8F605CB6-AB0B-C4C1-A20C-26EE19772A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D47899CA-369E-51AB-C288-A41EFF337A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16669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BC05B595-D36A-E6B2-C248-F473415680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70539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3170F9E4-C260-451D-8DE2-96047560108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24408" y="1628775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DFB97CDD-FCD9-D03E-FB70-50AE2F0003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16669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939717A9-201C-E5F1-0245-C5CC64B0AA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0539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8A5ABD2E-CF8D-7C1E-767E-986EA3032B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24408" y="3263657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4BE8157B-ADCB-690D-C10F-5296ABFD26F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2799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EDD7CA24-F53A-0964-202B-F0D863A4D70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799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465E57E-DFA4-CAF9-5A20-E3B5C712CB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16669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BF3678F-8405-9039-1FF2-59FFA3F64B9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70539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1053DDA-17C1-0DD4-136E-C7B7E28715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24408" y="4046607"/>
            <a:ext cx="2610404" cy="1476089"/>
          </a:xfrm>
          <a:prstGeom prst="roundRect">
            <a:avLst>
              <a:gd name="adj" fmla="val 126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57499C9D-6CF5-2738-F7E7-3A6205201D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16669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CB6A1CA-03D7-D370-15E7-207231FCAD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70539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909A66F0-C4EA-6CB6-51FA-14F6D6A2C2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24408" y="5681489"/>
            <a:ext cx="2604793" cy="629555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300"/>
              </a:spcAft>
              <a:defRPr lang="en-US" sz="1400"/>
            </a:lvl1pPr>
            <a:lvl2pPr>
              <a:spcAft>
                <a:spcPts val="300"/>
              </a:spcAft>
              <a:defRPr lang="en-US" sz="1400"/>
            </a:lvl2pPr>
            <a:lvl3pPr>
              <a:defRPr lang="en-US" sz="1400"/>
            </a:lvl3pPr>
            <a:lvl4pPr>
              <a:defRPr lang="en-US" sz="1400"/>
            </a:lvl4pPr>
            <a:lvl5pPr>
              <a:defRPr lang="en-GB" sz="140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58690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F330CC9-F7F7-B807-3A0F-16CAB89009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51796" y="1628776"/>
            <a:ext cx="5940205" cy="5243221"/>
          </a:xfrm>
          <a:custGeom>
            <a:avLst/>
            <a:gdLst>
              <a:gd name="connsiteX0" fmla="*/ 2802810 w 5940205"/>
              <a:gd name="connsiteY0" fmla="*/ 277 h 5243221"/>
              <a:gd name="connsiteX1" fmla="*/ 3520327 w 5940205"/>
              <a:gd name="connsiteY1" fmla="*/ 105513 h 5243221"/>
              <a:gd name="connsiteX2" fmla="*/ 5442183 w 5940205"/>
              <a:gd name="connsiteY2" fmla="*/ 877238 h 5243221"/>
              <a:gd name="connsiteX3" fmla="*/ 5940205 w 5940205"/>
              <a:gd name="connsiteY3" fmla="*/ 1128666 h 5243221"/>
              <a:gd name="connsiteX4" fmla="*/ 5940205 w 5940205"/>
              <a:gd name="connsiteY4" fmla="*/ 5243221 h 5243221"/>
              <a:gd name="connsiteX5" fmla="*/ 0 w 5940205"/>
              <a:gd name="connsiteY5" fmla="*/ 5243221 h 5243221"/>
              <a:gd name="connsiteX6" fmla="*/ 20880 w 5940205"/>
              <a:gd name="connsiteY6" fmla="*/ 5018821 h 5243221"/>
              <a:gd name="connsiteX7" fmla="*/ 163595 w 5940205"/>
              <a:gd name="connsiteY7" fmla="*/ 3978165 h 5243221"/>
              <a:gd name="connsiteX8" fmla="*/ 660405 w 5940205"/>
              <a:gd name="connsiteY8" fmla="*/ 1743846 h 5243221"/>
              <a:gd name="connsiteX9" fmla="*/ 2802810 w 5940205"/>
              <a:gd name="connsiteY9" fmla="*/ 277 h 5243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40205" h="5243221">
                <a:moveTo>
                  <a:pt x="2802810" y="277"/>
                </a:moveTo>
                <a:cubicBezTo>
                  <a:pt x="3035193" y="-3427"/>
                  <a:pt x="3276017" y="30023"/>
                  <a:pt x="3520327" y="105513"/>
                </a:cubicBezTo>
                <a:cubicBezTo>
                  <a:pt x="4122090" y="291460"/>
                  <a:pt x="4791219" y="564629"/>
                  <a:pt x="5442183" y="877238"/>
                </a:cubicBezTo>
                <a:lnTo>
                  <a:pt x="5940205" y="1128666"/>
                </a:lnTo>
                <a:lnTo>
                  <a:pt x="5940205" y="5243221"/>
                </a:lnTo>
                <a:lnTo>
                  <a:pt x="0" y="5243221"/>
                </a:lnTo>
                <a:lnTo>
                  <a:pt x="20880" y="5018821"/>
                </a:lnTo>
                <a:cubicBezTo>
                  <a:pt x="57783" y="4679006"/>
                  <a:pt x="105315" y="4336539"/>
                  <a:pt x="163595" y="3978165"/>
                </a:cubicBezTo>
                <a:cubicBezTo>
                  <a:pt x="286458" y="3222056"/>
                  <a:pt x="453083" y="2476263"/>
                  <a:pt x="660405" y="1743846"/>
                </a:cubicBezTo>
                <a:cubicBezTo>
                  <a:pt x="947316" y="730038"/>
                  <a:pt x="1795818" y="16326"/>
                  <a:pt x="2802810" y="27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9" y="1628775"/>
            <a:ext cx="5643562" cy="467995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6400800"/>
            <a:ext cx="5738812" cy="21721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09610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94AEEA-4938-2AFD-DA49-1B90D061FA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251586"/>
            <a:ext cx="5915026" cy="4620062"/>
          </a:xfrm>
          <a:custGeom>
            <a:avLst/>
            <a:gdLst>
              <a:gd name="connsiteX0" fmla="*/ 25636 w 5915026"/>
              <a:gd name="connsiteY0" fmla="*/ 277 h 4620062"/>
              <a:gd name="connsiteX1" fmla="*/ 743153 w 5915026"/>
              <a:gd name="connsiteY1" fmla="*/ 105513 h 4620062"/>
              <a:gd name="connsiteX2" fmla="*/ 5372488 w 5915026"/>
              <a:gd name="connsiteY2" fmla="*/ 2547729 h 4620062"/>
              <a:gd name="connsiteX3" fmla="*/ 5679031 w 5915026"/>
              <a:gd name="connsiteY3" fmla="*/ 4546035 h 4620062"/>
              <a:gd name="connsiteX4" fmla="*/ 5627849 w 5915026"/>
              <a:gd name="connsiteY4" fmla="*/ 4620062 h 4620062"/>
              <a:gd name="connsiteX5" fmla="*/ 0 w 5915026"/>
              <a:gd name="connsiteY5" fmla="*/ 4620062 h 4620062"/>
              <a:gd name="connsiteX6" fmla="*/ 0 w 5915026"/>
              <a:gd name="connsiteY6" fmla="*/ 1799 h 4620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5026" h="4620062">
                <a:moveTo>
                  <a:pt x="25636" y="277"/>
                </a:moveTo>
                <a:cubicBezTo>
                  <a:pt x="258019" y="-3427"/>
                  <a:pt x="498843" y="30023"/>
                  <a:pt x="743153" y="105513"/>
                </a:cubicBezTo>
                <a:cubicBezTo>
                  <a:pt x="2347854" y="601370"/>
                  <a:pt x="4431602" y="1717478"/>
                  <a:pt x="5372488" y="2547729"/>
                </a:cubicBezTo>
                <a:cubicBezTo>
                  <a:pt x="5920510" y="3031404"/>
                  <a:pt x="6107926" y="3840863"/>
                  <a:pt x="5679031" y="4546035"/>
                </a:cubicBezTo>
                <a:lnTo>
                  <a:pt x="5627849" y="4620062"/>
                </a:lnTo>
                <a:lnTo>
                  <a:pt x="0" y="4620062"/>
                </a:lnTo>
                <a:lnTo>
                  <a:pt x="0" y="17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7" y="1628775"/>
            <a:ext cx="5557837" cy="461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Figtree SemiBold" pitchFamily="2" charset="0"/>
              </a:defRPr>
            </a:lvl1pPr>
            <a:lvl2pPr marL="180000" indent="0">
              <a:buNone/>
              <a:defRPr sz="1600"/>
            </a:lvl2pPr>
            <a:lvl3pPr marL="360000" indent="0">
              <a:buNone/>
              <a:defRPr sz="1600"/>
            </a:lvl3pPr>
            <a:lvl4pPr marL="540000" indent="0">
              <a:buNone/>
              <a:defRPr sz="1600"/>
            </a:lvl4pPr>
            <a:lvl5pPr marL="720000" indent="0">
              <a:buNone/>
              <a:defRPr sz="1600"/>
            </a:lvl5pPr>
          </a:lstStyle>
          <a:p>
            <a:pPr lvl="0"/>
            <a:r>
              <a:rPr lang="en-US" dirty="0"/>
              <a:t>Add optional body copy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188" y="668775"/>
            <a:ext cx="7591425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DC33164-A0DD-F0FC-E9C5-B65E81BFB7B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91252" y="1628775"/>
            <a:ext cx="5643562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01228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1D000B8-0DE6-24C6-43C3-1952DB445E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51442" y="-6823"/>
            <a:ext cx="4940558" cy="6315549"/>
          </a:xfrm>
          <a:custGeom>
            <a:avLst/>
            <a:gdLst>
              <a:gd name="connsiteX0" fmla="*/ 780465 w 4940558"/>
              <a:gd name="connsiteY0" fmla="*/ 0 h 6315549"/>
              <a:gd name="connsiteX1" fmla="*/ 4940558 w 4940558"/>
              <a:gd name="connsiteY1" fmla="*/ 0 h 6315549"/>
              <a:gd name="connsiteX2" fmla="*/ 4940558 w 4940558"/>
              <a:gd name="connsiteY2" fmla="*/ 5271429 h 6315549"/>
              <a:gd name="connsiteX3" fmla="*/ 4809422 w 4940558"/>
              <a:gd name="connsiteY3" fmla="*/ 5330534 h 6315549"/>
              <a:gd name="connsiteX4" fmla="*/ 2257054 w 4940558"/>
              <a:gd name="connsiteY4" fmla="*/ 6232620 h 6315549"/>
              <a:gd name="connsiteX5" fmla="*/ 2257054 w 4940558"/>
              <a:gd name="connsiteY5" fmla="*/ 6232430 h 6315549"/>
              <a:gd name="connsiteX6" fmla="*/ 2482 w 4940558"/>
              <a:gd name="connsiteY6" fmla="*/ 4483841 h 6315549"/>
              <a:gd name="connsiteX7" fmla="*/ 224137 w 4940558"/>
              <a:gd name="connsiteY7" fmla="*/ 2418436 h 6315549"/>
              <a:gd name="connsiteX8" fmla="*/ 720949 w 4940558"/>
              <a:gd name="connsiteY8" fmla="*/ 184117 h 6315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40558" h="6315549">
                <a:moveTo>
                  <a:pt x="780465" y="0"/>
                </a:moveTo>
                <a:lnTo>
                  <a:pt x="4940558" y="0"/>
                </a:lnTo>
                <a:lnTo>
                  <a:pt x="4940558" y="5271429"/>
                </a:lnTo>
                <a:lnTo>
                  <a:pt x="4809422" y="5330534"/>
                </a:lnTo>
                <a:cubicBezTo>
                  <a:pt x="3975751" y="5696082"/>
                  <a:pt x="3119036" y="6000468"/>
                  <a:pt x="2257054" y="6232620"/>
                </a:cubicBezTo>
                <a:lnTo>
                  <a:pt x="2257054" y="6232430"/>
                </a:lnTo>
                <a:cubicBezTo>
                  <a:pt x="958272" y="6582300"/>
                  <a:pt x="-56945" y="5795043"/>
                  <a:pt x="2482" y="4483841"/>
                </a:cubicBezTo>
                <a:cubicBezTo>
                  <a:pt x="34008" y="3788302"/>
                  <a:pt x="107577" y="3135184"/>
                  <a:pt x="224137" y="2418436"/>
                </a:cubicBezTo>
                <a:cubicBezTo>
                  <a:pt x="347001" y="1662327"/>
                  <a:pt x="513625" y="916534"/>
                  <a:pt x="720949" y="18411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1CED-6EF9-DE81-5ED3-A04D13A618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7189" y="1628775"/>
            <a:ext cx="6319836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GB" dirty="0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313007"/>
            <a:ext cx="5643562" cy="2309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6374688"/>
            <a:ext cx="7591425" cy="24332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189" y="668775"/>
            <a:ext cx="7072312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140A1C-21D9-7FA3-BE61-222BF95A83E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3837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R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25F9BF59-BB93-71FA-18AF-C830A1AA72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65480" y="1628775"/>
            <a:ext cx="3572614" cy="4679950"/>
          </a:xfrm>
          <a:prstGeom prst="roundRect">
            <a:avLst>
              <a:gd name="adj" fmla="val 602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12792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MessageRH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8265481" y="1533996"/>
            <a:ext cx="3561394" cy="4774728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24558" y="1864658"/>
            <a:ext cx="3043239" cy="4183057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08039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L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357188" y="357187"/>
            <a:ext cx="3561394" cy="5951537"/>
          </a:xfrm>
          <a:prstGeom prst="roundRect">
            <a:avLst>
              <a:gd name="adj" fmla="val 6113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3238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3238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3238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238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64579" y="1628775"/>
            <a:ext cx="3572614" cy="467995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265" y="618194"/>
            <a:ext cx="3043239" cy="5429522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D7941-731A-3361-D795-610C62F28DB5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6841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MessageLH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374019" y="357187"/>
            <a:ext cx="3561394" cy="5951537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5065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640-BA96-9FC1-148C-35D43516E61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5065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5065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5065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66406" y="1628775"/>
            <a:ext cx="3572614" cy="4679950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33096" y="618194"/>
            <a:ext cx="3043239" cy="5429522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552158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MessageRH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4313238" y="1628775"/>
            <a:ext cx="7513637" cy="4679949"/>
          </a:xfrm>
          <a:prstGeom prst="roundRect">
            <a:avLst>
              <a:gd name="adj" fmla="val 394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640-BA96-9FC1-148C-35D43516E61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16B621-FB3E-2D7A-5492-8A9805798F3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74380" y="2100056"/>
            <a:ext cx="6987451" cy="3823909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483282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WhiteMessageRH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4313238" y="1628774"/>
            <a:ext cx="7513637" cy="4679950"/>
          </a:xfrm>
          <a:prstGeom prst="roundRect">
            <a:avLst>
              <a:gd name="adj" fmla="val 39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640-BA96-9FC1-148C-35D43516E61D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16B621-FB3E-2D7A-5492-8A9805798F3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574380" y="2100057"/>
            <a:ext cx="6987451" cy="3823908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tx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68207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Bottom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9E5A88-6D8E-D6ED-DAAA-095C2741BA8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65481" y="1628775"/>
            <a:ext cx="3572614" cy="10639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75785B8A-659E-5A07-37E5-CF974A914CB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65480" y="2905885"/>
            <a:ext cx="3572614" cy="3402840"/>
          </a:xfrm>
          <a:prstGeom prst="roundRect">
            <a:avLst>
              <a:gd name="adj" fmla="val 613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71969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Blue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46B185-38F5-896E-0291-E2864A22B944}"/>
              </a:ext>
            </a:extLst>
          </p:cNvPr>
          <p:cNvSpPr/>
          <p:nvPr userDrawn="1"/>
        </p:nvSpPr>
        <p:spPr>
          <a:xfrm>
            <a:off x="8265481" y="3968750"/>
            <a:ext cx="3561394" cy="2339974"/>
          </a:xfrm>
          <a:prstGeom prst="roundRect">
            <a:avLst>
              <a:gd name="adj" fmla="val 85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0751-0CE5-A91C-A67C-E138078361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2100057"/>
            <a:ext cx="357261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56D28C0-4835-F86B-1B0B-056B02C81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3572614" cy="2711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17B26A-3463-6697-DA19-A308818FDD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3" name="Title 60">
            <a:extLst>
              <a:ext uri="{FF2B5EF4-FFF2-40B4-BE49-F238E27FC236}">
                <a16:creationId xmlns:a16="http://schemas.microsoft.com/office/drawing/2014/main" id="{88F6BC1B-4ADD-C6B7-FE2B-917263AF9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3572614" cy="143128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6BA608F-F6FC-BCE6-0805-374F94A401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4140" y="357188"/>
            <a:ext cx="3572614" cy="5951537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3F083D-E543-D46E-E6B4-424CC96FE33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42968" y="4210527"/>
            <a:ext cx="3043239" cy="1842991"/>
          </a:xfrm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accent1"/>
                </a:solidFill>
                <a:latin typeface="Figtree Medium" pitchFamily="2" charset="0"/>
              </a:defRPr>
            </a:lvl1pPr>
            <a:lvl2pPr>
              <a:buClr>
                <a:schemeClr val="tx1"/>
              </a:buClr>
              <a:defRPr lang="en-US">
                <a:solidFill>
                  <a:schemeClr val="accent1"/>
                </a:solidFill>
                <a:latin typeface="Figtree Medium" pitchFamily="2" charset="0"/>
              </a:defRPr>
            </a:lvl2pPr>
            <a:lvl3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3pPr>
            <a:lvl4pPr>
              <a:buClr>
                <a:schemeClr val="tx1"/>
              </a:buClr>
              <a:defRPr lang="en-US">
                <a:solidFill>
                  <a:schemeClr val="tx1"/>
                </a:solidFill>
                <a:latin typeface="Figtree Medium" pitchFamily="2" charset="0"/>
              </a:defRPr>
            </a:lvl4pPr>
            <a:lvl5pPr>
              <a:buClr>
                <a:schemeClr val="tx1"/>
              </a:buClr>
              <a:defRPr lang="en-GB">
                <a:solidFill>
                  <a:schemeClr val="tx1"/>
                </a:solidFill>
                <a:latin typeface="Figtree Medium" pitchFamily="2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9E5A88-6D8E-D6ED-DAAA-095C2741BA8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65481" y="1628775"/>
            <a:ext cx="3572614" cy="2078662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660922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EBD1EE-3EED-C4C6-423A-1A154620C8B6}"/>
              </a:ext>
            </a:extLst>
          </p:cNvPr>
          <p:cNvSpPr/>
          <p:nvPr userDrawn="1"/>
        </p:nvSpPr>
        <p:spPr>
          <a:xfrm>
            <a:off x="6162565" y="1628775"/>
            <a:ext cx="5650207" cy="4679950"/>
          </a:xfrm>
          <a:prstGeom prst="roundRect">
            <a:avLst>
              <a:gd name="adj" fmla="val 491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3E1BC1-F874-1B76-9042-73AABE695685}"/>
              </a:ext>
            </a:extLst>
          </p:cNvPr>
          <p:cNvSpPr/>
          <p:nvPr userDrawn="1"/>
        </p:nvSpPr>
        <p:spPr>
          <a:xfrm>
            <a:off x="357187" y="1628775"/>
            <a:ext cx="5650207" cy="4679950"/>
          </a:xfrm>
          <a:prstGeom prst="roundRect">
            <a:avLst>
              <a:gd name="adj" fmla="val 491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938D6A-6794-FC84-88ED-DFA76DD4AA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1" name="Title 60">
            <a:extLst>
              <a:ext uri="{FF2B5EF4-FFF2-40B4-BE49-F238E27FC236}">
                <a16:creationId xmlns:a16="http://schemas.microsoft.com/office/drawing/2014/main" id="{2230F982-9794-A4D1-6AD7-8FFA321F8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6CFA0A-8832-5561-493F-FD0C093290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F2C61D6-A7BC-7920-2C34-5051FF358A6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1580" y="1864416"/>
            <a:ext cx="4942625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136DAC-655F-6EB8-DFC0-7D71987E4C4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55022" y="1864416"/>
            <a:ext cx="4942625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13851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3E1BC1-F874-1B76-9042-73AABE695685}"/>
              </a:ext>
            </a:extLst>
          </p:cNvPr>
          <p:cNvSpPr/>
          <p:nvPr userDrawn="1"/>
        </p:nvSpPr>
        <p:spPr>
          <a:xfrm>
            <a:off x="357188" y="1628775"/>
            <a:ext cx="3734125" cy="4679950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4F1863E-285E-1682-A785-08BF51D08F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7" name="Title 60">
            <a:extLst>
              <a:ext uri="{FF2B5EF4-FFF2-40B4-BE49-F238E27FC236}">
                <a16:creationId xmlns:a16="http://schemas.microsoft.com/office/drawing/2014/main" id="{41DCE93A-1503-75A1-7283-F770644A6D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AEAD20-634D-F95A-24A7-C816B1AF5C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0DED05-6A38-3260-57B8-8C647F55EC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2582" y="1864416"/>
            <a:ext cx="323228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D1755E-0081-D513-7228-4440A933E7EB}"/>
              </a:ext>
            </a:extLst>
          </p:cNvPr>
          <p:cNvSpPr/>
          <p:nvPr userDrawn="1"/>
        </p:nvSpPr>
        <p:spPr>
          <a:xfrm>
            <a:off x="8088644" y="1628775"/>
            <a:ext cx="3734125" cy="4679950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470EB56-C8BF-4E18-68DB-7ED699AA306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14038" y="1864416"/>
            <a:ext cx="323228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CAEB640-3F2B-61F5-4DD4-4FCE08925DEE}"/>
              </a:ext>
            </a:extLst>
          </p:cNvPr>
          <p:cNvSpPr/>
          <p:nvPr userDrawn="1"/>
        </p:nvSpPr>
        <p:spPr>
          <a:xfrm>
            <a:off x="4222916" y="1628775"/>
            <a:ext cx="3734125" cy="4679950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7E77365-2DE0-A574-2733-51039F9EE7F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58546" y="1864416"/>
            <a:ext cx="3232284" cy="420866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45211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3E1BC1-F874-1B76-9042-73AABE695685}"/>
              </a:ext>
            </a:extLst>
          </p:cNvPr>
          <p:cNvSpPr/>
          <p:nvPr userDrawn="1"/>
        </p:nvSpPr>
        <p:spPr>
          <a:xfrm>
            <a:off x="362799" y="1628775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246AB00-A63A-2170-1CF8-D504B545C7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0" name="Title 60">
            <a:extLst>
              <a:ext uri="{FF2B5EF4-FFF2-40B4-BE49-F238E27FC236}">
                <a16:creationId xmlns:a16="http://schemas.microsoft.com/office/drawing/2014/main" id="{06AF254D-96FC-98E2-B50A-54551C3183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DB1F6B1-1553-7445-DC97-4D8D404B7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F8DBDE-1413-08FA-38E9-B775E3B52B4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702" y="1837120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9C68CD-6E87-05B4-47D8-7793C00F52CE}"/>
              </a:ext>
            </a:extLst>
          </p:cNvPr>
          <p:cNvSpPr/>
          <p:nvPr userDrawn="1"/>
        </p:nvSpPr>
        <p:spPr>
          <a:xfrm>
            <a:off x="6169921" y="1628775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D4185EF-AC5F-06FE-5D7A-85BDEFB5936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423824" y="1837120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7CEB0B-593A-F5B3-A75F-E21806CF4766}"/>
              </a:ext>
            </a:extLst>
          </p:cNvPr>
          <p:cNvSpPr/>
          <p:nvPr userDrawn="1"/>
        </p:nvSpPr>
        <p:spPr>
          <a:xfrm>
            <a:off x="362799" y="4030781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556287D-AD58-2A10-DC84-12D27DD01A5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6702" y="4239126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25F6040-29E2-E6D6-1036-BE101CEE3804}"/>
              </a:ext>
            </a:extLst>
          </p:cNvPr>
          <p:cNvSpPr/>
          <p:nvPr userDrawn="1"/>
        </p:nvSpPr>
        <p:spPr>
          <a:xfrm>
            <a:off x="6169921" y="4030781"/>
            <a:ext cx="5671891" cy="2274485"/>
          </a:xfrm>
          <a:prstGeom prst="roundRect">
            <a:avLst>
              <a:gd name="adj" fmla="val 9221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F05416E-CCA0-9946-2738-AEF3DBC874D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423824" y="4239126"/>
            <a:ext cx="5088062" cy="1770745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</a:p>
          <a:p>
            <a:pPr lvl="2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Third level</a:t>
            </a:r>
          </a:p>
          <a:p>
            <a:pPr lvl="3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Fourth level</a:t>
            </a:r>
          </a:p>
          <a:p>
            <a:pPr lvl="4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932755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5A74B6-1267-C2CB-9084-1B63B5CB00E2}"/>
              </a:ext>
            </a:extLst>
          </p:cNvPr>
          <p:cNvSpPr/>
          <p:nvPr userDrawn="1"/>
        </p:nvSpPr>
        <p:spPr>
          <a:xfrm>
            <a:off x="357188" y="1628775"/>
            <a:ext cx="760326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9A0BF14B-A46F-90B7-5E44-E359221478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3" name="Title 60">
            <a:extLst>
              <a:ext uri="{FF2B5EF4-FFF2-40B4-BE49-F238E27FC236}">
                <a16:creationId xmlns:a16="http://schemas.microsoft.com/office/drawing/2014/main" id="{8E5AB7F7-7D78-B53A-49D4-0B71F6EFB0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4263E7A-E50E-9069-26CC-D28FB35C44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9CD7821-509F-387D-040F-723CE59841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702" y="1843944"/>
            <a:ext cx="7155698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2E05D7D-DC0B-A66F-378E-9D97BFC21431}"/>
              </a:ext>
            </a:extLst>
          </p:cNvPr>
          <p:cNvSpPr/>
          <p:nvPr userDrawn="1"/>
        </p:nvSpPr>
        <p:spPr>
          <a:xfrm>
            <a:off x="8081820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F383662-F49F-D792-9035-D43C93D7D6F7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302317" y="1796177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B967486-5AD6-C25A-E555-28BCDCE9BA10}"/>
              </a:ext>
            </a:extLst>
          </p:cNvPr>
          <p:cNvSpPr/>
          <p:nvPr userDrawn="1"/>
        </p:nvSpPr>
        <p:spPr>
          <a:xfrm>
            <a:off x="4212680" y="4035787"/>
            <a:ext cx="760326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0F5A605-DA00-EBFB-7E1B-778F9039B381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483428" y="4234423"/>
            <a:ext cx="7096697" cy="1894249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882A9DE-1C94-D427-97E6-5B49C4E15950}"/>
              </a:ext>
            </a:extLst>
          </p:cNvPr>
          <p:cNvSpPr/>
          <p:nvPr userDrawn="1"/>
        </p:nvSpPr>
        <p:spPr>
          <a:xfrm>
            <a:off x="357188" y="4035787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4428C88-055C-345A-9B19-FD28E0199B9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16702" y="4234424"/>
            <a:ext cx="3277808" cy="193637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79590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94276C-30C6-F3D0-FC29-F89174A0C89F}"/>
              </a:ext>
            </a:extLst>
          </p:cNvPr>
          <p:cNvSpPr/>
          <p:nvPr userDrawn="1"/>
        </p:nvSpPr>
        <p:spPr>
          <a:xfrm>
            <a:off x="357188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1E03025-00E3-5EFB-2C4C-22D8D1E3FE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9" name="Title 60">
            <a:extLst>
              <a:ext uri="{FF2B5EF4-FFF2-40B4-BE49-F238E27FC236}">
                <a16:creationId xmlns:a16="http://schemas.microsoft.com/office/drawing/2014/main" id="{E13EF1A0-E47B-1919-4C88-9F686CC347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99B7741-E4E2-E757-DBF3-F898B7490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C539FAC-F638-8658-413F-7CE3FABE34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702" y="1864416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252FE2-F3E9-1E08-051D-42D32BCD2A47}"/>
              </a:ext>
            </a:extLst>
          </p:cNvPr>
          <p:cNvSpPr/>
          <p:nvPr userDrawn="1"/>
        </p:nvSpPr>
        <p:spPr>
          <a:xfrm>
            <a:off x="357188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21BE545-CB48-ABBD-CC63-6423C0CB1E4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16702" y="4280070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EDAC85-9C3C-E18F-AC4D-69FAE008EBA2}"/>
              </a:ext>
            </a:extLst>
          </p:cNvPr>
          <p:cNvSpPr/>
          <p:nvPr userDrawn="1"/>
        </p:nvSpPr>
        <p:spPr>
          <a:xfrm>
            <a:off x="4226328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27D8870-5E2B-5E8D-9FA2-0C28376D871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417604" y="1864416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745F60-26D2-CF01-E803-C032EF62F47C}"/>
              </a:ext>
            </a:extLst>
          </p:cNvPr>
          <p:cNvSpPr/>
          <p:nvPr userDrawn="1"/>
        </p:nvSpPr>
        <p:spPr>
          <a:xfrm>
            <a:off x="4226328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36C6FD1-1214-A8F5-A0B9-8D119D7553E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417604" y="4280070"/>
            <a:ext cx="3225143" cy="184095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72F28FC-613A-608F-A4F5-FB21B3CC3C5A}"/>
              </a:ext>
            </a:extLst>
          </p:cNvPr>
          <p:cNvSpPr/>
          <p:nvPr userDrawn="1"/>
        </p:nvSpPr>
        <p:spPr>
          <a:xfrm>
            <a:off x="8095468" y="1628775"/>
            <a:ext cx="3734125" cy="4679950"/>
          </a:xfrm>
          <a:prstGeom prst="roundRect">
            <a:avLst>
              <a:gd name="adj" fmla="val 5893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9934CED-C9E5-3CA9-C9E6-99F2358C398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354982" y="1864416"/>
            <a:ext cx="3225143" cy="4256608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1882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E1585A-929C-8A64-13E3-386E6EAC8765}"/>
              </a:ext>
            </a:extLst>
          </p:cNvPr>
          <p:cNvSpPr/>
          <p:nvPr userDrawn="1"/>
        </p:nvSpPr>
        <p:spPr>
          <a:xfrm>
            <a:off x="357188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A7E50EA-AF19-31FC-1683-E0CCB10B0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15" name="Title 60">
            <a:extLst>
              <a:ext uri="{FF2B5EF4-FFF2-40B4-BE49-F238E27FC236}">
                <a16:creationId xmlns:a16="http://schemas.microsoft.com/office/drawing/2014/main" id="{9C0811E8-0370-A90A-B0BA-8D85E5936D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C7D35BE-2E3B-AFEB-C3EB-3E1A769510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0FCB1-9C59-2350-3D36-9DF9D3129A17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77685" y="1816649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70460B-753F-EF8D-6740-8AE69FD45644}"/>
              </a:ext>
            </a:extLst>
          </p:cNvPr>
          <p:cNvSpPr/>
          <p:nvPr userDrawn="1"/>
        </p:nvSpPr>
        <p:spPr>
          <a:xfrm>
            <a:off x="357188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4F0DECA-1A7C-E53F-003D-7FDF959DEB6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77685" y="4232303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F9A6CD-5882-4EB3-5A0E-BADAD96C4A1B}"/>
              </a:ext>
            </a:extLst>
          </p:cNvPr>
          <p:cNvSpPr/>
          <p:nvPr userDrawn="1"/>
        </p:nvSpPr>
        <p:spPr>
          <a:xfrm>
            <a:off x="4219504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14C57561-7714-3D04-8C54-8A3412C24B03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40000" y="1816649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690914-F4D5-5219-91C6-95D86AAB5F1B}"/>
              </a:ext>
            </a:extLst>
          </p:cNvPr>
          <p:cNvSpPr/>
          <p:nvPr userDrawn="1"/>
        </p:nvSpPr>
        <p:spPr>
          <a:xfrm>
            <a:off x="4219504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599E492-9532-DBA0-DC29-70ECB19DD9E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440000" y="4232303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974D95-5ED8-6DC2-0014-F5B29F65544E}"/>
              </a:ext>
            </a:extLst>
          </p:cNvPr>
          <p:cNvSpPr/>
          <p:nvPr userDrawn="1"/>
        </p:nvSpPr>
        <p:spPr>
          <a:xfrm>
            <a:off x="8081820" y="1628775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1D6F5B1-6862-5AD4-222F-DE109B8DEEC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302317" y="1816649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0B23076-B531-EFB7-59C4-56C46CF6D77C}"/>
              </a:ext>
            </a:extLst>
          </p:cNvPr>
          <p:cNvSpPr/>
          <p:nvPr userDrawn="1"/>
        </p:nvSpPr>
        <p:spPr>
          <a:xfrm>
            <a:off x="8081820" y="4044429"/>
            <a:ext cx="3734125" cy="2272938"/>
          </a:xfrm>
          <a:prstGeom prst="roundRect">
            <a:avLst>
              <a:gd name="adj" fmla="val 698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39302FF-1E99-A00D-7D8B-6CBBA13069C8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8302317" y="4232303"/>
            <a:ext cx="3277808" cy="1881894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GB"/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First level (backspace to remove the bullet or to proceed to the next level press enter and then tab) </a:t>
            </a:r>
          </a:p>
          <a:p>
            <a:pPr lvl="1">
              <a:lnSpc>
                <a:spcPct val="110000"/>
              </a:lnSpc>
              <a:spcAft>
                <a:spcPts val="600"/>
              </a:spcAft>
            </a:pPr>
            <a:r>
              <a:rPr lang="en-US" dirty="0"/>
              <a:t>Second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987511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Botto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C2A991-FEC6-1506-5AA3-024B502D0BB2}"/>
              </a:ext>
            </a:extLst>
          </p:cNvPr>
          <p:cNvSpPr/>
          <p:nvPr userDrawn="1"/>
        </p:nvSpPr>
        <p:spPr>
          <a:xfrm rot="16200000">
            <a:off x="5497041" y="-21114"/>
            <a:ext cx="1189986" cy="1146968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GB" sz="1400" b="1" cap="all" baseline="0">
              <a:solidFill>
                <a:schemeClr val="tx1"/>
              </a:solidFill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CE16E4CE-FBEB-497F-70CE-64B75C995FBD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574076" y="5270398"/>
            <a:ext cx="10226827" cy="886664"/>
          </a:xfr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800" b="1" i="0">
                <a:latin typeface="+mn-lt"/>
              </a:defRPr>
            </a:lvl1pPr>
            <a:lvl2pPr>
              <a:lnSpc>
                <a:spcPct val="110000"/>
              </a:lnSpc>
              <a:spcAft>
                <a:spcPts val="600"/>
              </a:spcAft>
              <a:defRPr/>
            </a:lvl2pPr>
            <a:lvl3pPr>
              <a:lnSpc>
                <a:spcPct val="110000"/>
              </a:lnSpc>
              <a:spcAft>
                <a:spcPts val="600"/>
              </a:spcAft>
              <a:defRPr/>
            </a:lvl3pPr>
            <a:lvl4pPr>
              <a:lnSpc>
                <a:spcPct val="110000"/>
              </a:lnSpc>
              <a:spcAft>
                <a:spcPts val="600"/>
              </a:spcAft>
              <a:defRPr/>
            </a:lvl4pPr>
            <a:lvl5pPr>
              <a:lnSpc>
                <a:spcPct val="11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Add message box text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365494-5176-07C9-498A-24BBA1FDE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B752CD1-D21E-F1FC-BB38-A61CD5DEE4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8" name="Title 60">
            <a:extLst>
              <a:ext uri="{FF2B5EF4-FFF2-40B4-BE49-F238E27FC236}">
                <a16:creationId xmlns:a16="http://schemas.microsoft.com/office/drawing/2014/main" id="{55F4109F-75F2-9C87-57F1-A18D149B2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0AF87B-0DDD-DF8F-3B5B-0F45896C406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1155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F54EEDB-EBD8-748A-D194-9E3F864C07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654968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Bottom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C2A991-FEC6-1506-5AA3-024B502D0BB2}"/>
              </a:ext>
            </a:extLst>
          </p:cNvPr>
          <p:cNvSpPr/>
          <p:nvPr userDrawn="1"/>
        </p:nvSpPr>
        <p:spPr>
          <a:xfrm rot="16200000">
            <a:off x="5497041" y="-21114"/>
            <a:ext cx="1189986" cy="11469689"/>
          </a:xfrm>
          <a:prstGeom prst="roundRect">
            <a:avLst>
              <a:gd name="adj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GB" sz="1400" b="1" cap="all" baseline="0">
              <a:solidFill>
                <a:schemeClr val="tx1"/>
              </a:solidFill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CE16E4CE-FBEB-497F-70CE-64B75C995FBD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574076" y="5270398"/>
            <a:ext cx="10226827" cy="886664"/>
          </a:xfr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800" b="0" i="0">
                <a:solidFill>
                  <a:schemeClr val="accent1"/>
                </a:solidFill>
                <a:latin typeface="+mn-lt"/>
              </a:defRPr>
            </a:lvl1pPr>
            <a:lvl2pPr>
              <a:lnSpc>
                <a:spcPct val="110000"/>
              </a:lnSpc>
              <a:spcAft>
                <a:spcPts val="600"/>
              </a:spcAft>
              <a:defRPr/>
            </a:lvl2pPr>
            <a:lvl3pPr>
              <a:lnSpc>
                <a:spcPct val="110000"/>
              </a:lnSpc>
              <a:spcAft>
                <a:spcPts val="600"/>
              </a:spcAft>
              <a:defRPr/>
            </a:lvl3pPr>
            <a:lvl4pPr>
              <a:lnSpc>
                <a:spcPct val="110000"/>
              </a:lnSpc>
              <a:spcAft>
                <a:spcPts val="600"/>
              </a:spcAft>
              <a:defRPr/>
            </a:lvl4pPr>
            <a:lvl5pPr>
              <a:lnSpc>
                <a:spcPct val="11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Add message box text</a:t>
            </a:r>
            <a:endParaRPr lang="en-GB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365494-5176-07C9-498A-24BBA1FDE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2799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0B752CD1-D21E-F1FC-BB38-A61CD5DEE4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 b="1" i="0">
                <a:latin typeface="+mn-lt"/>
              </a:defRPr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8" name="Title 60">
            <a:extLst>
              <a:ext uri="{FF2B5EF4-FFF2-40B4-BE49-F238E27FC236}">
                <a16:creationId xmlns:a16="http://schemas.microsoft.com/office/drawing/2014/main" id="{55F4109F-75F2-9C87-57F1-A18D149B2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0AF87B-0DDD-DF8F-3B5B-0F45896C406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1155" y="1628775"/>
            <a:ext cx="5537939" cy="33383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Aft>
                <a:spcPts val="600"/>
              </a:spcAft>
              <a:defRPr sz="1600"/>
            </a:lvl1pPr>
            <a:lvl2pPr>
              <a:lnSpc>
                <a:spcPct val="110000"/>
              </a:lnSpc>
              <a:spcAft>
                <a:spcPts val="600"/>
              </a:spcAft>
              <a:defRPr sz="1600"/>
            </a:lvl2pPr>
            <a:lvl3pPr>
              <a:lnSpc>
                <a:spcPct val="110000"/>
              </a:lnSpc>
              <a:spcAft>
                <a:spcPts val="600"/>
              </a:spcAft>
              <a:defRPr sz="1600"/>
            </a:lvl3pPr>
            <a:lvl4pPr>
              <a:lnSpc>
                <a:spcPct val="110000"/>
              </a:lnSpc>
              <a:spcAft>
                <a:spcPts val="600"/>
              </a:spcAft>
              <a:defRPr sz="1600"/>
            </a:lvl4pPr>
            <a:lvl5pPr>
              <a:lnSpc>
                <a:spcPct val="110000"/>
              </a:lnSpc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F54EEDB-EBD8-748A-D194-9E3F864C07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996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7233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456F91-3C68-6186-C908-9B97CAA87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799" y="313007"/>
            <a:ext cx="5537939" cy="2362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Figtree SemiBold" pitchFamily="2" charset="0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 dirty="0"/>
              <a:t>Add optional section or short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C44BCE-76DD-AF07-BEAB-7CBCE01769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799" y="6367141"/>
            <a:ext cx="7518401" cy="25087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10000"/>
              </a:lnSpc>
              <a:buNone/>
              <a:defRPr sz="700"/>
            </a:lvl1pPr>
          </a:lstStyle>
          <a:p>
            <a:pPr lvl="0"/>
            <a:r>
              <a:rPr lang="en-US" dirty="0"/>
              <a:t>Add optional footnote, source, notes or additional information 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8C75E8-7785-50D0-69DE-86A34BE35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799" y="668775"/>
            <a:ext cx="7518400" cy="46168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30967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03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3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3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65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73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Placeholder 41">
            <a:extLst>
              <a:ext uri="{FF2B5EF4-FFF2-40B4-BE49-F238E27FC236}">
                <a16:creationId xmlns:a16="http://schemas.microsoft.com/office/drawing/2014/main" id="{454AC23F-7354-AD6E-DAE4-218AAD7C4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38" y="668775"/>
            <a:ext cx="7242175" cy="4616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263FD4F-98C7-024D-5518-2CE952E0D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6438" y="1628775"/>
            <a:ext cx="7242175" cy="45116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987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1" r:id="rId2"/>
    <p:sldLayoutId id="2147483670" r:id="rId3"/>
    <p:sldLayoutId id="2147483668" r:id="rId4"/>
    <p:sldLayoutId id="2147483930" r:id="rId5"/>
    <p:sldLayoutId id="2147483675" r:id="rId6"/>
    <p:sldLayoutId id="2147483677" r:id="rId7"/>
    <p:sldLayoutId id="2147483681" r:id="rId8"/>
    <p:sldLayoutId id="2147483683" r:id="rId9"/>
    <p:sldLayoutId id="2147483661" r:id="rId10"/>
    <p:sldLayoutId id="2147483665" r:id="rId11"/>
    <p:sldLayoutId id="2147483684" r:id="rId12"/>
    <p:sldLayoutId id="2147483686" r:id="rId13"/>
    <p:sldLayoutId id="21474839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Courier New" panose="02070309020205020404" pitchFamily="49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Courier New" panose="02070309020205020404" pitchFamily="49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45" userDrawn="1">
          <p15:clr>
            <a:srgbClr val="F26B43"/>
          </p15:clr>
        </p15:guide>
        <p15:guide id="4" pos="7227" userDrawn="1">
          <p15:clr>
            <a:srgbClr val="F26B43"/>
          </p15:clr>
        </p15:guide>
        <p15:guide id="5" orient="horz" pos="449" userDrawn="1">
          <p15:clr>
            <a:srgbClr val="F26B43"/>
          </p15:clr>
        </p15:guide>
        <p15:guide id="13" orient="horz" pos="3868" userDrawn="1">
          <p15:clr>
            <a:srgbClr val="F26B43"/>
          </p15:clr>
        </p15:guide>
        <p15:guide id="15" orient="horz" pos="2160" userDrawn="1">
          <p15:clr>
            <a:srgbClr val="F26B43"/>
          </p15:clr>
        </p15:guide>
        <p15:guide id="16" userDrawn="1">
          <p15:clr>
            <a:srgbClr val="F26B43"/>
          </p15:clr>
        </p15:guide>
        <p15:guide id="17" orient="horz" userDrawn="1">
          <p15:clr>
            <a:srgbClr val="F26B43"/>
          </p15:clr>
        </p15:guide>
        <p15:guide id="18" pos="7680" userDrawn="1">
          <p15:clr>
            <a:srgbClr val="F26B43"/>
          </p15:clr>
        </p15:guide>
        <p15:guide id="19" orient="horz" pos="4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2ECA3FD7-DBDA-0243-F6DA-AD49371C3215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42" name="Title Placeholder 41">
            <a:extLst>
              <a:ext uri="{FF2B5EF4-FFF2-40B4-BE49-F238E27FC236}">
                <a16:creationId xmlns:a16="http://schemas.microsoft.com/office/drawing/2014/main" id="{454AC23F-7354-AD6E-DAE4-218AAD7C4BE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2799" y="668775"/>
            <a:ext cx="7518400" cy="4616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263FD4F-98C7-024D-5518-2CE952E0DF2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62798" y="1628775"/>
            <a:ext cx="7518401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C13027-F1D4-FF4E-C0CF-AE7143961242}"/>
              </a:ext>
            </a:extLst>
          </p:cNvPr>
          <p:cNvGrpSpPr/>
          <p:nvPr userDrawn="1"/>
        </p:nvGrpSpPr>
        <p:grpSpPr>
          <a:xfrm>
            <a:off x="11089053" y="366583"/>
            <a:ext cx="749967" cy="674818"/>
            <a:chOff x="10" y="1571847"/>
            <a:chExt cx="3265252" cy="293806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CAEB134-E134-977B-5B47-A0BEED5B7601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92E0CB3A-2F4C-08C8-D8C0-8AADF7A60E7D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78028FEE-0F82-800D-C4A2-7C63A8A52267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8CE4879-EDD1-20AE-EB31-B586C684B3F0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3916195-AC38-8924-E440-0DA68885D7CD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EBF8A1B-1DE2-37BD-AC4D-10AD9AA87CCA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651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715" r:id="rId2"/>
    <p:sldLayoutId id="2147483914" r:id="rId3"/>
    <p:sldLayoutId id="2147483716" r:id="rId4"/>
    <p:sldLayoutId id="2147483696" r:id="rId5"/>
    <p:sldLayoutId id="2147483693" r:id="rId6"/>
    <p:sldLayoutId id="2147483694" r:id="rId7"/>
    <p:sldLayoutId id="2147483717" r:id="rId8"/>
    <p:sldLayoutId id="2147483690" r:id="rId9"/>
    <p:sldLayoutId id="2147483692" r:id="rId10"/>
    <p:sldLayoutId id="2147483691" r:id="rId11"/>
    <p:sldLayoutId id="2147483728" r:id="rId12"/>
    <p:sldLayoutId id="2147483720" r:id="rId13"/>
    <p:sldLayoutId id="2147483724" r:id="rId14"/>
    <p:sldLayoutId id="2147483725" r:id="rId15"/>
    <p:sldLayoutId id="2147483719" r:id="rId16"/>
    <p:sldLayoutId id="2147483721" r:id="rId17"/>
    <p:sldLayoutId id="2147483729" r:id="rId18"/>
    <p:sldLayoutId id="2147483723" r:id="rId19"/>
    <p:sldLayoutId id="2147483706" r:id="rId20"/>
    <p:sldLayoutId id="2147483730" r:id="rId21"/>
    <p:sldLayoutId id="2147483731" r:id="rId22"/>
    <p:sldLayoutId id="2147483733" r:id="rId23"/>
    <p:sldLayoutId id="2147483713" r:id="rId24"/>
    <p:sldLayoutId id="2147483732" r:id="rId25"/>
    <p:sldLayoutId id="2147483714" r:id="rId26"/>
    <p:sldLayoutId id="2147483734" r:id="rId27"/>
    <p:sldLayoutId id="2147483736" r:id="rId28"/>
    <p:sldLayoutId id="2147483735" r:id="rId29"/>
    <p:sldLayoutId id="2147483737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Courier New" panose="02070309020205020404" pitchFamily="49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Courier New" panose="02070309020205020404" pitchFamily="49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25" userDrawn="1">
          <p15:clr>
            <a:srgbClr val="F26B43"/>
          </p15:clr>
        </p15:guide>
        <p15:guide id="4" pos="7450" userDrawn="1">
          <p15:clr>
            <a:srgbClr val="F26B43"/>
          </p15:clr>
        </p15:guide>
        <p15:guide id="5" orient="horz" pos="225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pos="3717" userDrawn="1">
          <p15:clr>
            <a:srgbClr val="5ACBF0"/>
          </p15:clr>
        </p15:guide>
        <p15:guide id="8" pos="3958" userDrawn="1">
          <p15:clr>
            <a:srgbClr val="5ACBF0"/>
          </p15:clr>
        </p15:guide>
        <p15:guide id="9" pos="2479" userDrawn="1">
          <p15:clr>
            <a:srgbClr val="C35EA4"/>
          </p15:clr>
        </p15:guide>
        <p15:guide id="10" pos="2717" userDrawn="1">
          <p15:clr>
            <a:srgbClr val="C35EA4"/>
          </p15:clr>
        </p15:guide>
        <p15:guide id="11" pos="4961" userDrawn="1">
          <p15:clr>
            <a:srgbClr val="C35EA4"/>
          </p15:clr>
        </p15:guide>
        <p15:guide id="12" pos="5205" userDrawn="1">
          <p15:clr>
            <a:srgbClr val="C35EA4"/>
          </p15:clr>
        </p15:guide>
        <p15:guide id="13" orient="horz" pos="3974" userDrawn="1">
          <p15:clr>
            <a:srgbClr val="F26B43"/>
          </p15:clr>
        </p15:guide>
        <p15:guide id="14" orient="horz" pos="656" userDrawn="1">
          <p15:clr>
            <a:srgbClr val="F26B43"/>
          </p15:clr>
        </p15:guide>
        <p15:guide id="15" orient="horz" pos="2500" userDrawn="1">
          <p15:clr>
            <a:srgbClr val="F26B43"/>
          </p15:clr>
        </p15:guide>
        <p15:guide id="16" orient="horz" userDrawn="1">
          <p15:clr>
            <a:srgbClr val="F26B43"/>
          </p15:clr>
        </p15:guide>
        <p15:guide id="17" userDrawn="1">
          <p15:clr>
            <a:srgbClr val="F26B43"/>
          </p15:clr>
        </p15:guide>
        <p15:guide id="18" orient="horz" pos="4320" userDrawn="1">
          <p15:clr>
            <a:srgbClr val="F26B43"/>
          </p15:clr>
        </p15:guide>
        <p15:guide id="19" pos="767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2ECA3FD7-DBDA-0243-F6DA-AD49371C3215}"/>
              </a:ext>
            </a:extLst>
          </p:cNvPr>
          <p:cNvSpPr txBox="1"/>
          <p:nvPr userDrawn="1"/>
        </p:nvSpPr>
        <p:spPr>
          <a:xfrm>
            <a:off x="11416607" y="6473452"/>
            <a:ext cx="422413" cy="1445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21AF5B8B-6B72-4E5D-867B-12A04EFCB084}" type="slidenum">
              <a:rPr lang="en-GB" sz="1000" b="1" smtClean="0">
                <a:solidFill>
                  <a:schemeClr val="tx1"/>
                </a:solidFill>
              </a:rPr>
              <a:pPr algn="r"/>
              <a:t>‹N°›</a:t>
            </a:fld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42" name="Title Placeholder 41">
            <a:extLst>
              <a:ext uri="{FF2B5EF4-FFF2-40B4-BE49-F238E27FC236}">
                <a16:creationId xmlns:a16="http://schemas.microsoft.com/office/drawing/2014/main" id="{454AC23F-7354-AD6E-DAE4-218AAD7C4BE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2799" y="668775"/>
            <a:ext cx="7518400" cy="46168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263FD4F-98C7-024D-5518-2CE952E0DF2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62798" y="1628775"/>
            <a:ext cx="7518401" cy="4679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(backspace to remove the bullet or to proceed to the next level press enter and then tab)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C13027-F1D4-FF4E-C0CF-AE7143961242}"/>
              </a:ext>
            </a:extLst>
          </p:cNvPr>
          <p:cNvGrpSpPr/>
          <p:nvPr userDrawn="1"/>
        </p:nvGrpSpPr>
        <p:grpSpPr>
          <a:xfrm>
            <a:off x="11089053" y="366583"/>
            <a:ext cx="749967" cy="674818"/>
            <a:chOff x="10" y="1571847"/>
            <a:chExt cx="3265252" cy="293806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3CAEB134-E134-977B-5B47-A0BEED5B7601}"/>
                </a:ext>
              </a:extLst>
            </p:cNvPr>
            <p:cNvSpPr/>
            <p:nvPr/>
          </p:nvSpPr>
          <p:spPr>
            <a:xfrm>
              <a:off x="10" y="1571847"/>
              <a:ext cx="3265252" cy="2938062"/>
            </a:xfrm>
            <a:custGeom>
              <a:avLst/>
              <a:gdLst>
                <a:gd name="connsiteX0" fmla="*/ 282872 w 1096996"/>
                <a:gd name="connsiteY0" fmla="*/ 976651 h 987073"/>
                <a:gd name="connsiteX1" fmla="*/ 986718 w 1096996"/>
                <a:gd name="connsiteY1" fmla="*/ 651804 h 987073"/>
                <a:gd name="connsiteX2" fmla="*/ 1028975 w 1096996"/>
                <a:gd name="connsiteY2" fmla="*/ 319329 h 987073"/>
                <a:gd name="connsiteX3" fmla="*/ 448774 w 1096996"/>
                <a:gd name="connsiteY3" fmla="*/ 13214 h 987073"/>
                <a:gd name="connsiteX4" fmla="*/ 90349 w 1096996"/>
                <a:gd name="connsiteY4" fmla="*/ 218567 h 987073"/>
                <a:gd name="connsiteX5" fmla="*/ 28074 w 1096996"/>
                <a:gd name="connsiteY5" fmla="*/ 498615 h 987073"/>
                <a:gd name="connsiteX6" fmla="*/ 311 w 1096996"/>
                <a:gd name="connsiteY6" fmla="*/ 757505 h 987073"/>
                <a:gd name="connsiteX7" fmla="*/ 282872 w 1096996"/>
                <a:gd name="connsiteY7" fmla="*/ 976651 h 987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96996" h="987073">
                  <a:moveTo>
                    <a:pt x="282872" y="976651"/>
                  </a:moveTo>
                  <a:cubicBezTo>
                    <a:pt x="529810" y="910139"/>
                    <a:pt x="773299" y="796343"/>
                    <a:pt x="986718" y="651804"/>
                  </a:cubicBezTo>
                  <a:cubicBezTo>
                    <a:pt x="1131812" y="553555"/>
                    <a:pt x="1120590" y="400161"/>
                    <a:pt x="1028975" y="319329"/>
                  </a:cubicBezTo>
                  <a:cubicBezTo>
                    <a:pt x="911088" y="215265"/>
                    <a:pt x="649918" y="75373"/>
                    <a:pt x="448774" y="13214"/>
                  </a:cubicBezTo>
                  <a:cubicBezTo>
                    <a:pt x="285473" y="-37225"/>
                    <a:pt x="134593" y="62193"/>
                    <a:pt x="90349" y="218567"/>
                  </a:cubicBezTo>
                  <a:cubicBezTo>
                    <a:pt x="64369" y="310358"/>
                    <a:pt x="43474" y="403814"/>
                    <a:pt x="28074" y="498615"/>
                  </a:cubicBezTo>
                  <a:cubicBezTo>
                    <a:pt x="13462" y="588448"/>
                    <a:pt x="4257" y="670302"/>
                    <a:pt x="311" y="757505"/>
                  </a:cubicBezTo>
                  <a:cubicBezTo>
                    <a:pt x="-7141" y="921828"/>
                    <a:pt x="120098" y="1020515"/>
                    <a:pt x="282872" y="976651"/>
                  </a:cubicBezTo>
                  <a:close/>
                </a:path>
              </a:pathLst>
            </a:custGeom>
            <a:solidFill>
              <a:srgbClr val="00377D"/>
            </a:solidFill>
            <a:ln w="29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92E0CB3A-2F4C-08C8-D8C0-8AADF7A60E7D}"/>
                </a:ext>
              </a:extLst>
            </p:cNvPr>
            <p:cNvGrpSpPr/>
            <p:nvPr/>
          </p:nvGrpSpPr>
          <p:grpSpPr>
            <a:xfrm>
              <a:off x="554822" y="2549744"/>
              <a:ext cx="2155681" cy="1225697"/>
              <a:chOff x="186405" y="1900382"/>
              <a:chExt cx="724224" cy="411786"/>
            </a:xfrm>
            <a:solidFill>
              <a:srgbClr val="FFD105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78028FEE-0F82-800D-C4A2-7C63A8A52267}"/>
                  </a:ext>
                </a:extLst>
              </p:cNvPr>
              <p:cNvSpPr/>
              <p:nvPr/>
            </p:nvSpPr>
            <p:spPr>
              <a:xfrm>
                <a:off x="458942" y="1941821"/>
                <a:ext cx="251477" cy="224494"/>
              </a:xfrm>
              <a:custGeom>
                <a:avLst/>
                <a:gdLst>
                  <a:gd name="connsiteX0" fmla="*/ 163515 w 251477"/>
                  <a:gd name="connsiteY0" fmla="*/ 4179 h 224494"/>
                  <a:gd name="connsiteX1" fmla="*/ 161090 w 251477"/>
                  <a:gd name="connsiteY1" fmla="*/ 21625 h 224494"/>
                  <a:gd name="connsiteX2" fmla="*/ 108780 w 251477"/>
                  <a:gd name="connsiteY2" fmla="*/ 0 h 224494"/>
                  <a:gd name="connsiteX3" fmla="*/ 40 w 251477"/>
                  <a:gd name="connsiteY3" fmla="*/ 136765 h 224494"/>
                  <a:gd name="connsiteX4" fmla="*/ 77803 w 251477"/>
                  <a:gd name="connsiteY4" fmla="*/ 224494 h 224494"/>
                  <a:gd name="connsiteX5" fmla="*/ 136162 w 251477"/>
                  <a:gd name="connsiteY5" fmla="*/ 202869 h 224494"/>
                  <a:gd name="connsiteX6" fmla="*/ 134204 w 251477"/>
                  <a:gd name="connsiteY6" fmla="*/ 220315 h 224494"/>
                  <a:gd name="connsiteX7" fmla="*/ 221728 w 251477"/>
                  <a:gd name="connsiteY7" fmla="*/ 220315 h 224494"/>
                  <a:gd name="connsiteX8" fmla="*/ 251478 w 251477"/>
                  <a:gd name="connsiteY8" fmla="*/ 4150 h 224494"/>
                  <a:gd name="connsiteX9" fmla="*/ 163515 w 251477"/>
                  <a:gd name="connsiteY9" fmla="*/ 4150 h 224494"/>
                  <a:gd name="connsiteX10" fmla="*/ 112287 w 251477"/>
                  <a:gd name="connsiteY10" fmla="*/ 168385 h 224494"/>
                  <a:gd name="connsiteX11" fmla="*/ 90282 w 251477"/>
                  <a:gd name="connsiteY11" fmla="*/ 133872 h 224494"/>
                  <a:gd name="connsiteX12" fmla="*/ 127541 w 251477"/>
                  <a:gd name="connsiteY12" fmla="*/ 56138 h 224494"/>
                  <a:gd name="connsiteX13" fmla="*/ 150043 w 251477"/>
                  <a:gd name="connsiteY13" fmla="*/ 91878 h 224494"/>
                  <a:gd name="connsiteX14" fmla="*/ 112287 w 251477"/>
                  <a:gd name="connsiteY14" fmla="*/ 168356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477" h="224494">
                    <a:moveTo>
                      <a:pt x="163515" y="4179"/>
                    </a:moveTo>
                    <a:lnTo>
                      <a:pt x="161090" y="21625"/>
                    </a:lnTo>
                    <a:cubicBezTo>
                      <a:pt x="148758" y="7481"/>
                      <a:pt x="132860" y="0"/>
                      <a:pt x="108780" y="0"/>
                    </a:cubicBezTo>
                    <a:cubicBezTo>
                      <a:pt x="37475" y="0"/>
                      <a:pt x="-1421" y="66103"/>
                      <a:pt x="40" y="136765"/>
                    </a:cubicBezTo>
                    <a:cubicBezTo>
                      <a:pt x="1326" y="197872"/>
                      <a:pt x="31513" y="224494"/>
                      <a:pt x="77803" y="224494"/>
                    </a:cubicBezTo>
                    <a:cubicBezTo>
                      <a:pt x="102351" y="224494"/>
                      <a:pt x="119768" y="217013"/>
                      <a:pt x="136162" y="202869"/>
                    </a:cubicBezTo>
                    <a:lnTo>
                      <a:pt x="134204" y="220315"/>
                    </a:lnTo>
                    <a:lnTo>
                      <a:pt x="221728" y="220315"/>
                    </a:lnTo>
                    <a:lnTo>
                      <a:pt x="251478" y="4150"/>
                    </a:lnTo>
                    <a:lnTo>
                      <a:pt x="163515" y="4150"/>
                    </a:lnTo>
                    <a:close/>
                    <a:moveTo>
                      <a:pt x="112287" y="168385"/>
                    </a:moveTo>
                    <a:cubicBezTo>
                      <a:pt x="98844" y="168385"/>
                      <a:pt x="90749" y="157163"/>
                      <a:pt x="90282" y="133872"/>
                    </a:cubicBezTo>
                    <a:cubicBezTo>
                      <a:pt x="89609" y="102282"/>
                      <a:pt x="102555" y="56138"/>
                      <a:pt x="127541" y="56138"/>
                    </a:cubicBezTo>
                    <a:cubicBezTo>
                      <a:pt x="141423" y="56138"/>
                      <a:pt x="149547" y="67769"/>
                      <a:pt x="150043" y="91878"/>
                    </a:cubicBezTo>
                    <a:cubicBezTo>
                      <a:pt x="150686" y="123060"/>
                      <a:pt x="137740" y="168356"/>
                      <a:pt x="112287" y="168356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8CE4879-EDD1-20AE-EB31-B586C684B3F0}"/>
                  </a:ext>
                </a:extLst>
              </p:cNvPr>
              <p:cNvSpPr/>
              <p:nvPr/>
            </p:nvSpPr>
            <p:spPr>
              <a:xfrm>
                <a:off x="706329" y="1941791"/>
                <a:ext cx="204300" cy="224494"/>
              </a:xfrm>
              <a:custGeom>
                <a:avLst/>
                <a:gdLst>
                  <a:gd name="connsiteX0" fmla="*/ 107221 w 204300"/>
                  <a:gd name="connsiteY0" fmla="*/ 64467 h 224494"/>
                  <a:gd name="connsiteX1" fmla="*/ 131125 w 204300"/>
                  <a:gd name="connsiteY1" fmla="*/ 56138 h 224494"/>
                  <a:gd name="connsiteX2" fmla="*/ 195826 w 204300"/>
                  <a:gd name="connsiteY2" fmla="*/ 72766 h 224494"/>
                  <a:gd name="connsiteX3" fmla="*/ 204301 w 204300"/>
                  <a:gd name="connsiteY3" fmla="*/ 12478 h 224494"/>
                  <a:gd name="connsiteX4" fmla="*/ 129489 w 204300"/>
                  <a:gd name="connsiteY4" fmla="*/ 0 h 224494"/>
                  <a:gd name="connsiteX5" fmla="*/ 15313 w 204300"/>
                  <a:gd name="connsiteY5" fmla="*/ 76478 h 224494"/>
                  <a:gd name="connsiteX6" fmla="*/ 105847 w 204300"/>
                  <a:gd name="connsiteY6" fmla="*/ 155468 h 224494"/>
                  <a:gd name="connsiteX7" fmla="*/ 84280 w 204300"/>
                  <a:gd name="connsiteY7" fmla="*/ 164206 h 224494"/>
                  <a:gd name="connsiteX8" fmla="*/ 8796 w 204300"/>
                  <a:gd name="connsiteY8" fmla="*/ 141354 h 224494"/>
                  <a:gd name="connsiteX9" fmla="*/ 0 w 204300"/>
                  <a:gd name="connsiteY9" fmla="*/ 207866 h 224494"/>
                  <a:gd name="connsiteX10" fmla="*/ 82761 w 204300"/>
                  <a:gd name="connsiteY10" fmla="*/ 224494 h 224494"/>
                  <a:gd name="connsiteX11" fmla="*/ 197755 w 204300"/>
                  <a:gd name="connsiteY11" fmla="*/ 143428 h 224494"/>
                  <a:gd name="connsiteX12" fmla="*/ 107221 w 204300"/>
                  <a:gd name="connsiteY12" fmla="*/ 64438 h 22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300" h="224494">
                    <a:moveTo>
                      <a:pt x="107221" y="64467"/>
                    </a:moveTo>
                    <a:cubicBezTo>
                      <a:pt x="107104" y="58242"/>
                      <a:pt x="118150" y="56138"/>
                      <a:pt x="131125" y="56138"/>
                    </a:cubicBezTo>
                    <a:cubicBezTo>
                      <a:pt x="157982" y="56138"/>
                      <a:pt x="180864" y="65285"/>
                      <a:pt x="195826" y="72766"/>
                    </a:cubicBezTo>
                    <a:lnTo>
                      <a:pt x="204301" y="12478"/>
                    </a:lnTo>
                    <a:cubicBezTo>
                      <a:pt x="187994" y="7481"/>
                      <a:pt x="163768" y="0"/>
                      <a:pt x="129489" y="0"/>
                    </a:cubicBezTo>
                    <a:cubicBezTo>
                      <a:pt x="62363" y="0"/>
                      <a:pt x="14290" y="26593"/>
                      <a:pt x="15313" y="76478"/>
                    </a:cubicBezTo>
                    <a:cubicBezTo>
                      <a:pt x="16716" y="143808"/>
                      <a:pt x="105496" y="137584"/>
                      <a:pt x="105847" y="155468"/>
                    </a:cubicBezTo>
                    <a:cubicBezTo>
                      <a:pt x="105964" y="160875"/>
                      <a:pt x="99096" y="164206"/>
                      <a:pt x="84280" y="164206"/>
                    </a:cubicBezTo>
                    <a:cubicBezTo>
                      <a:pt x="64847" y="164206"/>
                      <a:pt x="34630" y="158800"/>
                      <a:pt x="8796" y="141354"/>
                    </a:cubicBezTo>
                    <a:lnTo>
                      <a:pt x="0" y="207866"/>
                    </a:lnTo>
                    <a:cubicBezTo>
                      <a:pt x="27090" y="219497"/>
                      <a:pt x="55904" y="224494"/>
                      <a:pt x="82761" y="224494"/>
                    </a:cubicBezTo>
                    <a:cubicBezTo>
                      <a:pt x="153598" y="224494"/>
                      <a:pt x="198778" y="192904"/>
                      <a:pt x="197755" y="143428"/>
                    </a:cubicBezTo>
                    <a:cubicBezTo>
                      <a:pt x="196323" y="75250"/>
                      <a:pt x="107571" y="81475"/>
                      <a:pt x="107221" y="64438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3916195-AC38-8924-E440-0DA68885D7CD}"/>
                  </a:ext>
                </a:extLst>
              </p:cNvPr>
              <p:cNvSpPr/>
              <p:nvPr/>
            </p:nvSpPr>
            <p:spPr>
              <a:xfrm>
                <a:off x="305004" y="2249046"/>
                <a:ext cx="99739" cy="63122"/>
              </a:xfrm>
              <a:custGeom>
                <a:avLst/>
                <a:gdLst>
                  <a:gd name="connsiteX0" fmla="*/ 0 w 99739"/>
                  <a:gd name="connsiteY0" fmla="*/ 63123 h 63122"/>
                  <a:gd name="connsiteX1" fmla="*/ 85858 w 99739"/>
                  <a:gd name="connsiteY1" fmla="*/ 63123 h 63122"/>
                  <a:gd name="connsiteX2" fmla="*/ 99739 w 99739"/>
                  <a:gd name="connsiteY2" fmla="*/ 0 h 63122"/>
                  <a:gd name="connsiteX3" fmla="*/ 7101 w 99739"/>
                  <a:gd name="connsiteY3" fmla="*/ 0 h 63122"/>
                  <a:gd name="connsiteX4" fmla="*/ 0 w 99739"/>
                  <a:gd name="connsiteY4" fmla="*/ 63123 h 63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39" h="63122">
                    <a:moveTo>
                      <a:pt x="0" y="63123"/>
                    </a:moveTo>
                    <a:lnTo>
                      <a:pt x="85858" y="63123"/>
                    </a:lnTo>
                    <a:lnTo>
                      <a:pt x="99739" y="0"/>
                    </a:lnTo>
                    <a:lnTo>
                      <a:pt x="7101" y="0"/>
                    </a:lnTo>
                    <a:lnTo>
                      <a:pt x="0" y="63123"/>
                    </a:ln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EBF8A1B-1DE2-37BD-AC4D-10AD9AA87CCA}"/>
                  </a:ext>
                </a:extLst>
              </p:cNvPr>
              <p:cNvSpPr/>
              <p:nvPr/>
            </p:nvSpPr>
            <p:spPr>
              <a:xfrm>
                <a:off x="186405" y="1900382"/>
                <a:ext cx="284996" cy="318476"/>
              </a:xfrm>
              <a:custGeom>
                <a:avLst/>
                <a:gdLst>
                  <a:gd name="connsiteX0" fmla="*/ 151270 w 284996"/>
                  <a:gd name="connsiteY0" fmla="*/ 194189 h 318476"/>
                  <a:gd name="connsiteX1" fmla="*/ 136805 w 284996"/>
                  <a:gd name="connsiteY1" fmla="*/ 318477 h 318476"/>
                  <a:gd name="connsiteX2" fmla="*/ 216994 w 284996"/>
                  <a:gd name="connsiteY2" fmla="*/ 318477 h 318476"/>
                  <a:gd name="connsiteX3" fmla="*/ 284997 w 284996"/>
                  <a:gd name="connsiteY3" fmla="*/ 0 h 318476"/>
                  <a:gd name="connsiteX4" fmla="*/ 177104 w 284996"/>
                  <a:gd name="connsiteY4" fmla="*/ 0 h 318476"/>
                  <a:gd name="connsiteX5" fmla="*/ 177104 w 284996"/>
                  <a:gd name="connsiteY5" fmla="*/ 88 h 318476"/>
                  <a:gd name="connsiteX6" fmla="*/ 175350 w 284996"/>
                  <a:gd name="connsiteY6" fmla="*/ 12098 h 318476"/>
                  <a:gd name="connsiteX7" fmla="*/ 117810 w 284996"/>
                  <a:gd name="connsiteY7" fmla="*/ 164265 h 318476"/>
                  <a:gd name="connsiteX8" fmla="*/ 124502 w 284996"/>
                  <a:gd name="connsiteY8" fmla="*/ 0 h 318476"/>
                  <a:gd name="connsiteX9" fmla="*/ 18129 w 284996"/>
                  <a:gd name="connsiteY9" fmla="*/ 0 h 318476"/>
                  <a:gd name="connsiteX10" fmla="*/ 653 w 284996"/>
                  <a:gd name="connsiteY10" fmla="*/ 142669 h 318476"/>
                  <a:gd name="connsiteX11" fmla="*/ 82654 w 284996"/>
                  <a:gd name="connsiteY11" fmla="*/ 237031 h 318476"/>
                  <a:gd name="connsiteX12" fmla="*/ 151270 w 284996"/>
                  <a:gd name="connsiteY12" fmla="*/ 194189 h 318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4996" h="318476">
                    <a:moveTo>
                      <a:pt x="151270" y="194189"/>
                    </a:moveTo>
                    <a:lnTo>
                      <a:pt x="136805" y="318477"/>
                    </a:lnTo>
                    <a:lnTo>
                      <a:pt x="216994" y="318477"/>
                    </a:lnTo>
                    <a:lnTo>
                      <a:pt x="284997" y="0"/>
                    </a:lnTo>
                    <a:lnTo>
                      <a:pt x="177104" y="0"/>
                    </a:lnTo>
                    <a:cubicBezTo>
                      <a:pt x="177104" y="0"/>
                      <a:pt x="177104" y="58"/>
                      <a:pt x="177104" y="88"/>
                    </a:cubicBezTo>
                    <a:lnTo>
                      <a:pt x="175350" y="12098"/>
                    </a:lnTo>
                    <a:cubicBezTo>
                      <a:pt x="157349" y="130395"/>
                      <a:pt x="132567" y="170022"/>
                      <a:pt x="117810" y="164265"/>
                    </a:cubicBezTo>
                    <a:cubicBezTo>
                      <a:pt x="89434" y="153218"/>
                      <a:pt x="108546" y="54706"/>
                      <a:pt x="124502" y="0"/>
                    </a:cubicBezTo>
                    <a:lnTo>
                      <a:pt x="18129" y="0"/>
                    </a:lnTo>
                    <a:cubicBezTo>
                      <a:pt x="5650" y="42754"/>
                      <a:pt x="-2415" y="104006"/>
                      <a:pt x="653" y="142669"/>
                    </a:cubicBezTo>
                    <a:cubicBezTo>
                      <a:pt x="4598" y="192290"/>
                      <a:pt x="32828" y="237031"/>
                      <a:pt x="82654" y="237031"/>
                    </a:cubicBezTo>
                    <a:cubicBezTo>
                      <a:pt x="108283" y="237031"/>
                      <a:pt x="131428" y="223442"/>
                      <a:pt x="151270" y="194189"/>
                    </a:cubicBezTo>
                    <a:close/>
                  </a:path>
                </a:pathLst>
              </a:custGeom>
              <a:solidFill>
                <a:srgbClr val="FFD105"/>
              </a:solidFill>
              <a:ln w="29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2751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3948" r:id="rId17"/>
    <p:sldLayoutId id="2147483949" r:id="rId18"/>
    <p:sldLayoutId id="2147483950" r:id="rId19"/>
    <p:sldLayoutId id="2147483951" r:id="rId20"/>
    <p:sldLayoutId id="2147483952" r:id="rId21"/>
    <p:sldLayoutId id="2147483953" r:id="rId22"/>
    <p:sldLayoutId id="2147483954" r:id="rId23"/>
    <p:sldLayoutId id="2147483955" r:id="rId24"/>
    <p:sldLayoutId id="2147483956" r:id="rId25"/>
    <p:sldLayoutId id="2147483957" r:id="rId26"/>
    <p:sldLayoutId id="2147483958" r:id="rId27"/>
    <p:sldLayoutId id="2147483959" r:id="rId28"/>
    <p:sldLayoutId id="2147483960" r:id="rId29"/>
    <p:sldLayoutId id="2147483961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Courier New" panose="02070309020205020404" pitchFamily="49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Courier New" panose="02070309020205020404" pitchFamily="49" charset="0"/>
        <a:buChar char="­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>
          <p15:clr>
            <a:srgbClr val="F26B43"/>
          </p15:clr>
        </p15:guide>
        <p15:guide id="2" pos="3840">
          <p15:clr>
            <a:srgbClr val="F26B43"/>
          </p15:clr>
        </p15:guide>
        <p15:guide id="3" pos="225">
          <p15:clr>
            <a:srgbClr val="F26B43"/>
          </p15:clr>
        </p15:guide>
        <p15:guide id="4" pos="7450">
          <p15:clr>
            <a:srgbClr val="F26B43"/>
          </p15:clr>
        </p15:guide>
        <p15:guide id="5" orient="horz" pos="225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pos="3717">
          <p15:clr>
            <a:srgbClr val="5ACBF0"/>
          </p15:clr>
        </p15:guide>
        <p15:guide id="8" pos="3958">
          <p15:clr>
            <a:srgbClr val="5ACBF0"/>
          </p15:clr>
        </p15:guide>
        <p15:guide id="9" pos="2479">
          <p15:clr>
            <a:srgbClr val="C35EA4"/>
          </p15:clr>
        </p15:guide>
        <p15:guide id="10" pos="2717">
          <p15:clr>
            <a:srgbClr val="C35EA4"/>
          </p15:clr>
        </p15:guide>
        <p15:guide id="11" pos="4961">
          <p15:clr>
            <a:srgbClr val="C35EA4"/>
          </p15:clr>
        </p15:guide>
        <p15:guide id="12" pos="5205">
          <p15:clr>
            <a:srgbClr val="C35EA4"/>
          </p15:clr>
        </p15:guide>
        <p15:guide id="13" orient="horz" pos="3974">
          <p15:clr>
            <a:srgbClr val="F26B43"/>
          </p15:clr>
        </p15:guide>
        <p15:guide id="14" orient="horz" pos="656">
          <p15:clr>
            <a:srgbClr val="F26B43"/>
          </p15:clr>
        </p15:guide>
        <p15:guide id="15" orient="horz" pos="2500">
          <p15:clr>
            <a:srgbClr val="F26B43"/>
          </p15:clr>
        </p15:guide>
        <p15:guide id="16" orient="horz">
          <p15:clr>
            <a:srgbClr val="F26B43"/>
          </p15:clr>
        </p15:guide>
        <p15:guide id="17">
          <p15:clr>
            <a:srgbClr val="F26B43"/>
          </p15:clr>
        </p15:guide>
        <p15:guide id="18" orient="horz" pos="4320">
          <p15:clr>
            <a:srgbClr val="F26B43"/>
          </p15:clr>
        </p15:guide>
        <p15:guide id="19" pos="767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file:///C:\Users\rmaboudou\Documents\gdi%20presentation\NOUVEAU%20FICHIER%20%20GDI.xlsx!DR1!L20C6:L26C8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maboudou\Documents\gdi%20presentation\NOUVEAU%20FICHIER%20%20GDI.xlsx!TREND%20DR2!%5bNOUVEAU%20FICHIER%20%20GDI.xlsx%5dTREND%20DR2%20Graphique%205" TargetMode="Externa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file:///C:\Users\rmaboudou\Documents\gdi%20presentation\NOUVEAU%20FICHIER%20%20GDI.xlsx!TREND%20DR2!L42C3:L44C4" TargetMode="Externa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maboudou\Documents\gdi%20presentation\NOUVEAU%20FICHIER%20%20GDI.xlsx!PUB%20JURNALIER!L3C3:L18C20" TargetMode="Externa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982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09841D7B-2905-4BFD-80BF-E5CF7D69B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659899"/>
              </p:ext>
            </p:extLst>
          </p:nvPr>
        </p:nvGraphicFramePr>
        <p:xfrm>
          <a:off x="541701" y="2100925"/>
          <a:ext cx="11108597" cy="29565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824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3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23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8473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>
                          <a:latin typeface="ITC Avant Garde Std Md" panose="020B0602020202020204"/>
                        </a:rPr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>
                          <a:latin typeface="ITC Avant Garde Std Md" panose="020B0602020202020204"/>
                        </a:rPr>
                        <a:t>Indicateur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>
                          <a:latin typeface="ITC Avant Garde Std Md" panose="020B0602020202020204"/>
                        </a:rPr>
                        <a:t>Définition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>
                          <a:latin typeface="ITC Avant Garde Std Md" panose="020B0602020202020204"/>
                        </a:rPr>
                        <a:t>Seuil </a:t>
                      </a:r>
                    </a:p>
                    <a:p>
                      <a:pPr algn="ctr"/>
                      <a:r>
                        <a:rPr lang="fr-FR" sz="2400" dirty="0">
                          <a:latin typeface="ITC Avant Garde Std Md" panose="020B0602020202020204"/>
                        </a:rPr>
                        <a:t>(2G,</a:t>
                      </a:r>
                      <a:r>
                        <a:rPr lang="fr-FR" sz="2400" baseline="0" dirty="0">
                          <a:latin typeface="ITC Avant Garde Std Md" panose="020B0602020202020204"/>
                        </a:rPr>
                        <a:t> 3G, 4G</a:t>
                      </a:r>
                      <a:r>
                        <a:rPr lang="fr-FR" sz="2400" dirty="0">
                          <a:latin typeface="ITC Avant Garde Std Md" panose="020B0602020202020204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613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>
                          <a:latin typeface="ITC Avant Garde Std Md" panose="020B0602020202020204"/>
                        </a:rPr>
                        <a:t>DR1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ITC Avant Garde Std Md" panose="020B0602020202020204"/>
                        </a:rPr>
                        <a:t>Nombre d’indisponibilité d’une station de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ITC Avant Garde Std Md" panose="020B0602020202020204"/>
                        </a:rPr>
                        <a:t>Nombre de fois qu’une même</a:t>
                      </a:r>
                      <a:r>
                        <a:rPr lang="fr-FR" sz="1600" baseline="0" dirty="0">
                          <a:latin typeface="ITC Avant Garde Std Md" panose="020B0602020202020204"/>
                        </a:rPr>
                        <a:t> </a:t>
                      </a:r>
                      <a:r>
                        <a:rPr lang="fr-FR" sz="1600" dirty="0">
                          <a:latin typeface="ITC Avant Garde Std Md" panose="020B0602020202020204"/>
                        </a:rPr>
                        <a:t>station de base est restée indisponible pour une durée d’au moins une heure pendant les 30 derniers jours.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>
                          <a:latin typeface="ITC Avant Garde Std Md" panose="020B0602020202020204"/>
                        </a:rPr>
                        <a:t>≤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229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>
                          <a:latin typeface="ITC Avant Garde Std Md" panose="020B0602020202020204"/>
                        </a:rPr>
                        <a:t>DR2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ITC Avant Garde Std Md" panose="020B0602020202020204"/>
                        </a:rPr>
                        <a:t>Délai d’indisponibilité d’une station de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ITC Avant Garde Std Md" panose="020B0602020202020204"/>
                        </a:rPr>
                        <a:t>Délai d’indisponibilité par jour d’une même station de base quel</a:t>
                      </a:r>
                      <a:r>
                        <a:rPr lang="fr-FR" sz="1600" baseline="0" dirty="0">
                          <a:latin typeface="ITC Avant Garde Std Md" panose="020B0602020202020204"/>
                        </a:rPr>
                        <a:t> que soit le lieu de son implantation sur le territoire national.</a:t>
                      </a:r>
                      <a:endParaRPr lang="fr-FR" sz="1600" dirty="0">
                        <a:latin typeface="ITC Avant Garde Std Md" panose="020B0602020202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>
                          <a:latin typeface="ITC Avant Garde Std Md" panose="020B0602020202020204"/>
                        </a:rPr>
                        <a:t>≤ 3H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E353141F-BC45-4213-B7CF-F3E767AC627F}"/>
              </a:ext>
            </a:extLst>
          </p:cNvPr>
          <p:cNvSpPr txBox="1"/>
          <p:nvPr/>
        </p:nvSpPr>
        <p:spPr>
          <a:xfrm>
            <a:off x="990600" y="15262"/>
            <a:ext cx="8574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400" b="1" dirty="0">
                <a:latin typeface="ITC Avant Garde Gothic Std Medi" panose="020B0602020202020204" pitchFamily="34" charset="0"/>
              </a:rPr>
              <a:t>REUNION GESTION DES INCIDENTS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TC Avant Garde Std Md" panose="020B0602020202020204"/>
                <a:ea typeface="+mn-ea"/>
                <a:cs typeface="+mn-cs"/>
              </a:rPr>
              <a:t>Définition DR1/DR2</a:t>
            </a:r>
          </a:p>
        </p:txBody>
      </p:sp>
    </p:spTree>
    <p:extLst>
      <p:ext uri="{BB962C8B-B14F-4D97-AF65-F5344CB8AC3E}">
        <p14:creationId xmlns:p14="http://schemas.microsoft.com/office/powerpoint/2010/main" val="234704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353141F-BC45-4213-B7CF-F3E767AC627F}"/>
              </a:ext>
            </a:extLst>
          </p:cNvPr>
          <p:cNvSpPr txBox="1"/>
          <p:nvPr/>
        </p:nvSpPr>
        <p:spPr>
          <a:xfrm>
            <a:off x="95250" y="66675"/>
            <a:ext cx="8574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latin typeface="ITC Avant Garde Gothic Std Medi" panose="020B0602020202020204" pitchFamily="34" charset="0"/>
              </a:rPr>
              <a:t>REUNION GESTION DES INCIDENTS</a:t>
            </a:r>
            <a:endParaRPr lang="fr-FR" sz="2000" b="1" dirty="0">
              <a:solidFill>
                <a:srgbClr val="FF0000"/>
              </a:solidFill>
              <a:latin typeface="ITC Avant Garde Gothic Std Medi" panose="020B0602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dirty="0">
                <a:solidFill>
                  <a:srgbClr val="FF0000"/>
                </a:solidFill>
                <a:latin typeface="ITC Avant Garde Std Md" panose="020B0602020202020204"/>
              </a:rPr>
              <a:t>Cas de violation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TC Avant Garde Std Md" panose="020B0602020202020204"/>
              </a:rPr>
              <a:t> DR1</a:t>
            </a:r>
          </a:p>
        </p:txBody>
      </p:sp>
      <p:sp>
        <p:nvSpPr>
          <p:cNvPr id="13" name="Rectangle à coins arrondis 12"/>
          <p:cNvSpPr/>
          <p:nvPr/>
        </p:nvSpPr>
        <p:spPr>
          <a:xfrm>
            <a:off x="234847" y="1509138"/>
            <a:ext cx="4999626" cy="4948101"/>
          </a:xfrm>
          <a:prstGeom prst="round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1235391" y="1584515"/>
            <a:ext cx="3586363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smtClean="0"/>
              <a:t>AOUT</a:t>
            </a:r>
            <a:endParaRPr lang="fr-FR" sz="1200" b="1" dirty="0"/>
          </a:p>
        </p:txBody>
      </p:sp>
      <p:graphicFrame>
        <p:nvGraphicFramePr>
          <p:cNvPr id="20" name="Diagramme 19"/>
          <p:cNvGraphicFramePr/>
          <p:nvPr>
            <p:extLst>
              <p:ext uri="{D42A27DB-BD31-4B8C-83A1-F6EECF244321}">
                <p14:modId xmlns:p14="http://schemas.microsoft.com/office/powerpoint/2010/main" val="298477262"/>
              </p:ext>
            </p:extLst>
          </p:nvPr>
        </p:nvGraphicFramePr>
        <p:xfrm>
          <a:off x="282472" y="1913331"/>
          <a:ext cx="5166606" cy="1714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" name="ZoneTexte 27"/>
          <p:cNvSpPr txBox="1"/>
          <p:nvPr/>
        </p:nvSpPr>
        <p:spPr>
          <a:xfrm>
            <a:off x="914349" y="3679648"/>
            <a:ext cx="3741627" cy="30777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latin typeface="Century Gothic" panose="020B0502020202020204" pitchFamily="34" charset="0"/>
              </a:rPr>
              <a:t>TDR1= </a:t>
            </a:r>
            <a:r>
              <a:rPr lang="fr-FR" sz="1400" b="1" dirty="0">
                <a:latin typeface="Century Gothic" panose="020B0502020202020204" pitchFamily="34" charset="0"/>
              </a:rPr>
              <a:t>1</a:t>
            </a:r>
            <a:r>
              <a:rPr lang="fr-FR" sz="1400" b="1" dirty="0" smtClean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lang="fr-FR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DR1</a:t>
            </a:r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829138"/>
              </p:ext>
            </p:extLst>
          </p:nvPr>
        </p:nvGraphicFramePr>
        <p:xfrm>
          <a:off x="282472" y="4367213"/>
          <a:ext cx="4886687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" name="Feuille de calcul" r:id="rId8" imgW="2781477" imgH="1303161" progId="Excel.Sheet.12">
                  <p:link updateAutomatic="1"/>
                </p:oleObj>
              </mc:Choice>
              <mc:Fallback>
                <p:oleObj name="Feuille de calcul" r:id="rId8" imgW="2781477" imgH="130316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2472" y="4367213"/>
                        <a:ext cx="4886687" cy="1492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682106"/>
              </p:ext>
            </p:extLst>
          </p:nvPr>
        </p:nvGraphicFramePr>
        <p:xfrm>
          <a:off x="5894445" y="1861514"/>
          <a:ext cx="5549900" cy="1316727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825345934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59907727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485095663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658689742"/>
                    </a:ext>
                  </a:extLst>
                </a:gridCol>
              </a:tblGrid>
              <a:tr h="438909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fr-FR" sz="16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CAS DE VIOLATION DR1 /AOUT 2026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94315"/>
                  </a:ext>
                </a:extLst>
              </a:tr>
              <a:tr h="585212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 NAME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CAUSES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300359"/>
                  </a:ext>
                </a:extLst>
              </a:tr>
              <a:tr h="292606"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DJIYEGA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SAVANES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PANNE DU SYSTÈME MODULE / ZONE ROUGE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742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72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855013"/>
              </p:ext>
            </p:extLst>
          </p:nvPr>
        </p:nvGraphicFramePr>
        <p:xfrm>
          <a:off x="490687" y="1245795"/>
          <a:ext cx="10869643" cy="5057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7" name="Feuille de calcul" r:id="rId3" imgW="7185483" imgH="3436494" progId="Excel.Sheet.12">
                  <p:link updateAutomatic="1"/>
                </p:oleObj>
              </mc:Choice>
              <mc:Fallback>
                <p:oleObj name="Feuille de calcul" r:id="rId3" imgW="7185483" imgH="3436494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0687" y="1245795"/>
                        <a:ext cx="10869643" cy="50571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re 2">
            <a:extLst>
              <a:ext uri="{FF2B5EF4-FFF2-40B4-BE49-F238E27FC236}">
                <a16:creationId xmlns:a16="http://schemas.microsoft.com/office/drawing/2014/main" id="{8FAE8284-08A5-40A2-8DC9-8FE40547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91" y="88724"/>
            <a:ext cx="10506075" cy="87078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fr-FR" sz="2000" b="1" dirty="0">
                <a:latin typeface="ITC Avant Garde Gothic Std Medi" panose="020B0602020202020204" pitchFamily="34" charset="0"/>
              </a:rPr>
              <a:t>REUNION GESTION DES INCIDENTS </a:t>
            </a:r>
            <a:r>
              <a:rPr lang="fr-FR" sz="3600" b="1" dirty="0">
                <a:latin typeface="ITC Avant Garde Gothic Std Medi" panose="020B0602020202020204" pitchFamily="34" charset="0"/>
              </a:rPr>
              <a:t/>
            </a:r>
            <a:br>
              <a:rPr lang="fr-FR" sz="3600" b="1" dirty="0">
                <a:latin typeface="ITC Avant Garde Gothic Std Medi" panose="020B0602020202020204" pitchFamily="34" charset="0"/>
              </a:rPr>
            </a:br>
            <a:r>
              <a:rPr lang="en-US" sz="2000" b="1" dirty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DR2 TREND</a:t>
            </a:r>
            <a:r>
              <a:rPr lang="en-US" sz="1100" dirty="0"/>
              <a:t/>
            </a:r>
            <a:br>
              <a:rPr lang="en-US" sz="1100" dirty="0"/>
            </a:br>
            <a:endParaRPr lang="fr-FR" sz="2700" b="1" dirty="0">
              <a:latin typeface="ITC Avant Garde Gothic Std Medi" panose="020B0602020202020204" pitchFamily="34" charset="0"/>
            </a:endParaRPr>
          </a:p>
        </p:txBody>
      </p:sp>
      <p:graphicFrame>
        <p:nvGraphicFramePr>
          <p:cNvPr id="20" name="Obje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413860"/>
              </p:ext>
            </p:extLst>
          </p:nvPr>
        </p:nvGraphicFramePr>
        <p:xfrm>
          <a:off x="8598090" y="551519"/>
          <a:ext cx="17145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" name="Feuille de calcul" r:id="rId5" imgW="1714394" imgH="815324" progId="Excel.Sheet.12">
                  <p:link updateAutomatic="1"/>
                </p:oleObj>
              </mc:Choice>
              <mc:Fallback>
                <p:oleObj name="Feuille de calcul" r:id="rId5" imgW="1714394" imgH="815324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98090" y="551519"/>
                        <a:ext cx="1714500" cy="81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5131837" y="1830290"/>
            <a:ext cx="6060419" cy="42321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8172093" y="1653782"/>
            <a:ext cx="1671703" cy="52322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fr-FR" sz="1400" dirty="0" err="1" smtClean="0">
                <a:solidFill>
                  <a:schemeClr val="bg1"/>
                </a:solidFill>
              </a:rPr>
              <a:t>Nbr</a:t>
            </a:r>
            <a:r>
              <a:rPr lang="fr-FR" sz="1400" dirty="0" smtClean="0">
                <a:solidFill>
                  <a:schemeClr val="bg1"/>
                </a:solidFill>
              </a:rPr>
              <a:t> DR2 = </a:t>
            </a:r>
            <a:r>
              <a:rPr lang="fr-FR" sz="1400" dirty="0" smtClean="0">
                <a:solidFill>
                  <a:schemeClr val="bg1"/>
                </a:solidFill>
              </a:rPr>
              <a:t>18</a:t>
            </a:r>
            <a:endParaRPr lang="fr-FR" sz="1400" dirty="0" smtClean="0">
              <a:solidFill>
                <a:schemeClr val="bg1"/>
              </a:solidFill>
            </a:endParaRPr>
          </a:p>
          <a:p>
            <a:r>
              <a:rPr lang="fr-FR" sz="1400" dirty="0" smtClean="0">
                <a:solidFill>
                  <a:schemeClr val="bg1"/>
                </a:solidFill>
              </a:rPr>
              <a:t>Moyenne </a:t>
            </a:r>
            <a:r>
              <a:rPr lang="fr-FR" sz="1400" dirty="0" smtClean="0">
                <a:solidFill>
                  <a:schemeClr val="bg1"/>
                </a:solidFill>
              </a:rPr>
              <a:t>=4,5</a:t>
            </a:r>
            <a:endParaRPr lang="fr-F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14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C72BF-B454-7239-0033-C2C587F6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2">
            <a:extLst>
              <a:ext uri="{FF2B5EF4-FFF2-40B4-BE49-F238E27FC236}">
                <a16:creationId xmlns:a16="http://schemas.microsoft.com/office/drawing/2014/main" id="{CC5E4E3F-D4B2-BF5A-4B8A-380E8C7F9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91" y="88724"/>
            <a:ext cx="10506075" cy="8707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fr-FR" sz="2000" b="1" dirty="0">
                <a:latin typeface="ITC Avant Garde Gothic Std Medi" panose="020B0602020202020204" pitchFamily="34" charset="0"/>
              </a:rPr>
              <a:t>REUNION GESTION DES INCIDENTS </a:t>
            </a:r>
            <a:r>
              <a:rPr lang="fr-FR" sz="3600" b="1" dirty="0">
                <a:latin typeface="ITC Avant Garde Gothic Std Medi" panose="020B0602020202020204" pitchFamily="34" charset="0"/>
              </a:rPr>
              <a:t/>
            </a:r>
            <a:br>
              <a:rPr lang="fr-FR" sz="3600" b="1" dirty="0">
                <a:latin typeface="ITC Avant Garde Gothic Std Medi" panose="020B0602020202020204" pitchFamily="34" charset="0"/>
              </a:rPr>
            </a:br>
            <a:r>
              <a:rPr lang="fr-FR" sz="2000" b="1" dirty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DETAIL</a:t>
            </a:r>
            <a:r>
              <a:rPr lang="fr-FR" sz="3600" b="1" dirty="0">
                <a:latin typeface="ITC Avant Garde Gothic Std Medi" panose="020B0602020202020204" pitchFamily="34" charset="0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DR2</a:t>
            </a:r>
            <a:endParaRPr lang="fr-FR" sz="2700" b="1" dirty="0">
              <a:latin typeface="ITC Avant Garde Gothic Std Medi" panose="020B0602020202020204" pitchFamily="34" charset="0"/>
            </a:endParaRP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29406"/>
              </p:ext>
            </p:extLst>
          </p:nvPr>
        </p:nvGraphicFramePr>
        <p:xfrm>
          <a:off x="322792" y="881748"/>
          <a:ext cx="11639055" cy="3076072"/>
        </p:xfrm>
        <a:graphic>
          <a:graphicData uri="http://schemas.openxmlformats.org/drawingml/2006/table">
            <a:tbl>
              <a:tblPr/>
              <a:tblGrid>
                <a:gridCol w="142467">
                  <a:extLst>
                    <a:ext uri="{9D8B030D-6E8A-4147-A177-3AD203B41FA5}">
                      <a16:colId xmlns:a16="http://schemas.microsoft.com/office/drawing/2014/main" val="1008756243"/>
                    </a:ext>
                  </a:extLst>
                </a:gridCol>
                <a:gridCol w="830362">
                  <a:extLst>
                    <a:ext uri="{9D8B030D-6E8A-4147-A177-3AD203B41FA5}">
                      <a16:colId xmlns:a16="http://schemas.microsoft.com/office/drawing/2014/main" val="3886769458"/>
                    </a:ext>
                  </a:extLst>
                </a:gridCol>
                <a:gridCol w="553917">
                  <a:extLst>
                    <a:ext uri="{9D8B030D-6E8A-4147-A177-3AD203B41FA5}">
                      <a16:colId xmlns:a16="http://schemas.microsoft.com/office/drawing/2014/main" val="3187352905"/>
                    </a:ext>
                  </a:extLst>
                </a:gridCol>
                <a:gridCol w="849952">
                  <a:extLst>
                    <a:ext uri="{9D8B030D-6E8A-4147-A177-3AD203B41FA5}">
                      <a16:colId xmlns:a16="http://schemas.microsoft.com/office/drawing/2014/main" val="3465563270"/>
                    </a:ext>
                  </a:extLst>
                </a:gridCol>
                <a:gridCol w="244609">
                  <a:extLst>
                    <a:ext uri="{9D8B030D-6E8A-4147-A177-3AD203B41FA5}">
                      <a16:colId xmlns:a16="http://schemas.microsoft.com/office/drawing/2014/main" val="317301443"/>
                    </a:ext>
                  </a:extLst>
                </a:gridCol>
                <a:gridCol w="638940">
                  <a:extLst>
                    <a:ext uri="{9D8B030D-6E8A-4147-A177-3AD203B41FA5}">
                      <a16:colId xmlns:a16="http://schemas.microsoft.com/office/drawing/2014/main" val="4012376531"/>
                    </a:ext>
                  </a:extLst>
                </a:gridCol>
                <a:gridCol w="749237">
                  <a:extLst>
                    <a:ext uri="{9D8B030D-6E8A-4147-A177-3AD203B41FA5}">
                      <a16:colId xmlns:a16="http://schemas.microsoft.com/office/drawing/2014/main" val="1421463425"/>
                    </a:ext>
                  </a:extLst>
                </a:gridCol>
                <a:gridCol w="882011">
                  <a:extLst>
                    <a:ext uri="{9D8B030D-6E8A-4147-A177-3AD203B41FA5}">
                      <a16:colId xmlns:a16="http://schemas.microsoft.com/office/drawing/2014/main" val="693742245"/>
                    </a:ext>
                  </a:extLst>
                </a:gridCol>
                <a:gridCol w="1636843">
                  <a:extLst>
                    <a:ext uri="{9D8B030D-6E8A-4147-A177-3AD203B41FA5}">
                      <a16:colId xmlns:a16="http://schemas.microsoft.com/office/drawing/2014/main" val="1202343361"/>
                    </a:ext>
                  </a:extLst>
                </a:gridCol>
                <a:gridCol w="1636843">
                  <a:extLst>
                    <a:ext uri="{9D8B030D-6E8A-4147-A177-3AD203B41FA5}">
                      <a16:colId xmlns:a16="http://schemas.microsoft.com/office/drawing/2014/main" val="3421834516"/>
                    </a:ext>
                  </a:extLst>
                </a:gridCol>
                <a:gridCol w="910316">
                  <a:extLst>
                    <a:ext uri="{9D8B030D-6E8A-4147-A177-3AD203B41FA5}">
                      <a16:colId xmlns:a16="http://schemas.microsoft.com/office/drawing/2014/main" val="2681810144"/>
                    </a:ext>
                  </a:extLst>
                </a:gridCol>
                <a:gridCol w="1117309">
                  <a:extLst>
                    <a:ext uri="{9D8B030D-6E8A-4147-A177-3AD203B41FA5}">
                      <a16:colId xmlns:a16="http://schemas.microsoft.com/office/drawing/2014/main" val="1594069468"/>
                    </a:ext>
                  </a:extLst>
                </a:gridCol>
                <a:gridCol w="1057818">
                  <a:extLst>
                    <a:ext uri="{9D8B030D-6E8A-4147-A177-3AD203B41FA5}">
                      <a16:colId xmlns:a16="http://schemas.microsoft.com/office/drawing/2014/main" val="2284816464"/>
                    </a:ext>
                  </a:extLst>
                </a:gridCol>
                <a:gridCol w="388431">
                  <a:extLst>
                    <a:ext uri="{9D8B030D-6E8A-4147-A177-3AD203B41FA5}">
                      <a16:colId xmlns:a16="http://schemas.microsoft.com/office/drawing/2014/main" val="1461430970"/>
                    </a:ext>
                  </a:extLst>
                </a:gridCol>
              </a:tblGrid>
              <a:tr h="150474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 DE VIOLATION DR2 </a:t>
                      </a:r>
                      <a:r>
                        <a:rPr lang="fr-F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03-08-2026  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077188"/>
                  </a:ext>
                </a:extLst>
              </a:tr>
              <a:tr h="150474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4DR2</a:t>
                      </a:r>
                      <a:endParaRPr lang="fr-FR" sz="8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364987"/>
                  </a:ext>
                </a:extLst>
              </a:tr>
              <a:tr h="120888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N°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Numero</a:t>
                      </a:r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 ticket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</a:t>
                      </a:r>
                      <a:r>
                        <a:rPr lang="fr-FR" sz="6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parent</a:t>
                      </a:r>
                      <a:endParaRPr lang="fr-FR" sz="6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Name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ID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Alarm Time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DUREE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Catégorie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CAUSE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ROOT</a:t>
                      </a:r>
                      <a:r>
                        <a:rPr lang="fr-FR" sz="600" b="0" i="0" u="none" strike="noStrike" baseline="0" dirty="0" smtClea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 CAUSE</a:t>
                      </a:r>
                      <a:endParaRPr lang="fr-FR" sz="6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POINT BLOQUANTS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Cancel Time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DR2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89275"/>
                  </a:ext>
                </a:extLst>
              </a:tr>
              <a:tr h="594696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TT-DT260803-0004-RES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FARENDE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FARENDE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KAR-028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03-08-2026 02:24:00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06:20:00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ENERGIE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AVARIE 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BATTERIES ATELIER SOLAIRE DECHARGEES/AVARIE GE/GE ALARME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RESPECT NORME SURETE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03-08-2026 08:44:00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618231"/>
                  </a:ext>
                </a:extLst>
              </a:tr>
              <a:tr h="87082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TT-DT260803-0004-RES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FARENDE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KIDJAN-LANDA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KAR-170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03-08-2026 02:24:00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06:20:00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ENERGIE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AVARIE 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BATTERIES ATELIER SOLAIRE DECHARGEES/AVARIE GE/GE ALARME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RESPECT NORME SURETE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03-08-2026 08:44:00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588146"/>
                  </a:ext>
                </a:extLst>
              </a:tr>
              <a:tr h="399423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TT-DT260803-0036-RES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NYILE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NYILE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PLA-127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03-08-2026 18:32:00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04:50:00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FH-FIELD 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CARTE MPR HS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CARTE MPR HS/DYSFONVTIONNEMENT DU MPR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03-08-2026 23:22:00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392"/>
                  </a:ext>
                </a:extLst>
              </a:tr>
              <a:tr h="594696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TT-DT260803-0044-RES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AMOU-OBLO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PLA-116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03-08-2026 18:36:00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03:52:00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FH-FIELD 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INSTABILITÉ TRANSMISSION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PANNE INTERCO MPR-SBTS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03-08-2026 22:28:00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703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589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C72BF-B454-7239-0033-C2C587F6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2">
            <a:extLst>
              <a:ext uri="{FF2B5EF4-FFF2-40B4-BE49-F238E27FC236}">
                <a16:creationId xmlns:a16="http://schemas.microsoft.com/office/drawing/2014/main" id="{CC5E4E3F-D4B2-BF5A-4B8A-380E8C7F9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91" y="88724"/>
            <a:ext cx="10506075" cy="8707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fr-FR" sz="2000" b="1" dirty="0">
                <a:latin typeface="ITC Avant Garde Gothic Std Medi" panose="020B0602020202020204" pitchFamily="34" charset="0"/>
              </a:rPr>
              <a:t>REUNION GESTION DES INCIDENTS </a:t>
            </a:r>
            <a:r>
              <a:rPr lang="fr-FR" sz="3600" b="1" dirty="0">
                <a:latin typeface="ITC Avant Garde Gothic Std Medi" panose="020B0602020202020204" pitchFamily="34" charset="0"/>
              </a:rPr>
              <a:t/>
            </a:r>
            <a:br>
              <a:rPr lang="fr-FR" sz="3600" b="1" dirty="0">
                <a:latin typeface="ITC Avant Garde Gothic Std Medi" panose="020B0602020202020204" pitchFamily="34" charset="0"/>
              </a:rPr>
            </a:br>
            <a:r>
              <a:rPr lang="fr-FR" sz="2000" b="1" dirty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DETAIL</a:t>
            </a:r>
            <a:r>
              <a:rPr lang="fr-FR" sz="3600" b="1" dirty="0">
                <a:latin typeface="ITC Avant Garde Gothic Std Medi" panose="020B0602020202020204" pitchFamily="34" charset="0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DR2</a:t>
            </a:r>
            <a:endParaRPr lang="fr-FR" sz="2700" b="1" dirty="0">
              <a:latin typeface="ITC Avant Garde Gothic Std Medi" panose="020B0602020202020204" pitchFamily="34" charset="0"/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533404"/>
              </p:ext>
            </p:extLst>
          </p:nvPr>
        </p:nvGraphicFramePr>
        <p:xfrm>
          <a:off x="322791" y="959507"/>
          <a:ext cx="11639055" cy="2809036"/>
        </p:xfrm>
        <a:graphic>
          <a:graphicData uri="http://schemas.openxmlformats.org/drawingml/2006/table">
            <a:tbl>
              <a:tblPr/>
              <a:tblGrid>
                <a:gridCol w="142467">
                  <a:extLst>
                    <a:ext uri="{9D8B030D-6E8A-4147-A177-3AD203B41FA5}">
                      <a16:colId xmlns:a16="http://schemas.microsoft.com/office/drawing/2014/main" val="1008756243"/>
                    </a:ext>
                  </a:extLst>
                </a:gridCol>
                <a:gridCol w="830362">
                  <a:extLst>
                    <a:ext uri="{9D8B030D-6E8A-4147-A177-3AD203B41FA5}">
                      <a16:colId xmlns:a16="http://schemas.microsoft.com/office/drawing/2014/main" val="3886769458"/>
                    </a:ext>
                  </a:extLst>
                </a:gridCol>
                <a:gridCol w="553917">
                  <a:extLst>
                    <a:ext uri="{9D8B030D-6E8A-4147-A177-3AD203B41FA5}">
                      <a16:colId xmlns:a16="http://schemas.microsoft.com/office/drawing/2014/main" val="3187352905"/>
                    </a:ext>
                  </a:extLst>
                </a:gridCol>
                <a:gridCol w="849952">
                  <a:extLst>
                    <a:ext uri="{9D8B030D-6E8A-4147-A177-3AD203B41FA5}">
                      <a16:colId xmlns:a16="http://schemas.microsoft.com/office/drawing/2014/main" val="3465563270"/>
                    </a:ext>
                  </a:extLst>
                </a:gridCol>
                <a:gridCol w="244609">
                  <a:extLst>
                    <a:ext uri="{9D8B030D-6E8A-4147-A177-3AD203B41FA5}">
                      <a16:colId xmlns:a16="http://schemas.microsoft.com/office/drawing/2014/main" val="317301443"/>
                    </a:ext>
                  </a:extLst>
                </a:gridCol>
                <a:gridCol w="638940">
                  <a:extLst>
                    <a:ext uri="{9D8B030D-6E8A-4147-A177-3AD203B41FA5}">
                      <a16:colId xmlns:a16="http://schemas.microsoft.com/office/drawing/2014/main" val="4012376531"/>
                    </a:ext>
                  </a:extLst>
                </a:gridCol>
                <a:gridCol w="749237">
                  <a:extLst>
                    <a:ext uri="{9D8B030D-6E8A-4147-A177-3AD203B41FA5}">
                      <a16:colId xmlns:a16="http://schemas.microsoft.com/office/drawing/2014/main" val="1421463425"/>
                    </a:ext>
                  </a:extLst>
                </a:gridCol>
                <a:gridCol w="882011">
                  <a:extLst>
                    <a:ext uri="{9D8B030D-6E8A-4147-A177-3AD203B41FA5}">
                      <a16:colId xmlns:a16="http://schemas.microsoft.com/office/drawing/2014/main" val="693742245"/>
                    </a:ext>
                  </a:extLst>
                </a:gridCol>
                <a:gridCol w="1636843">
                  <a:extLst>
                    <a:ext uri="{9D8B030D-6E8A-4147-A177-3AD203B41FA5}">
                      <a16:colId xmlns:a16="http://schemas.microsoft.com/office/drawing/2014/main" val="1202343361"/>
                    </a:ext>
                  </a:extLst>
                </a:gridCol>
                <a:gridCol w="1636843">
                  <a:extLst>
                    <a:ext uri="{9D8B030D-6E8A-4147-A177-3AD203B41FA5}">
                      <a16:colId xmlns:a16="http://schemas.microsoft.com/office/drawing/2014/main" val="3421834516"/>
                    </a:ext>
                  </a:extLst>
                </a:gridCol>
                <a:gridCol w="910316">
                  <a:extLst>
                    <a:ext uri="{9D8B030D-6E8A-4147-A177-3AD203B41FA5}">
                      <a16:colId xmlns:a16="http://schemas.microsoft.com/office/drawing/2014/main" val="2681810144"/>
                    </a:ext>
                  </a:extLst>
                </a:gridCol>
                <a:gridCol w="1117309">
                  <a:extLst>
                    <a:ext uri="{9D8B030D-6E8A-4147-A177-3AD203B41FA5}">
                      <a16:colId xmlns:a16="http://schemas.microsoft.com/office/drawing/2014/main" val="1594069468"/>
                    </a:ext>
                  </a:extLst>
                </a:gridCol>
                <a:gridCol w="1057818">
                  <a:extLst>
                    <a:ext uri="{9D8B030D-6E8A-4147-A177-3AD203B41FA5}">
                      <a16:colId xmlns:a16="http://schemas.microsoft.com/office/drawing/2014/main" val="2284816464"/>
                    </a:ext>
                  </a:extLst>
                </a:gridCol>
                <a:gridCol w="388431">
                  <a:extLst>
                    <a:ext uri="{9D8B030D-6E8A-4147-A177-3AD203B41FA5}">
                      <a16:colId xmlns:a16="http://schemas.microsoft.com/office/drawing/2014/main" val="1461430970"/>
                    </a:ext>
                  </a:extLst>
                </a:gridCol>
              </a:tblGrid>
              <a:tr h="150474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 DE VIOLATION DR2 </a:t>
                      </a:r>
                      <a:r>
                        <a:rPr lang="fr-F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04-08-2026  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077188"/>
                  </a:ext>
                </a:extLst>
              </a:tr>
              <a:tr h="150474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4DR2</a:t>
                      </a:r>
                      <a:endParaRPr lang="fr-FR" sz="8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364987"/>
                  </a:ext>
                </a:extLst>
              </a:tr>
              <a:tr h="120888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N°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Numero</a:t>
                      </a:r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 ticket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</a:t>
                      </a:r>
                      <a:r>
                        <a:rPr lang="fr-FR" sz="6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parent</a:t>
                      </a:r>
                      <a:endParaRPr lang="fr-FR" sz="6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Name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ID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Alarm Time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DUREE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Catégorie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CAUSE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ROOT</a:t>
                      </a:r>
                      <a:r>
                        <a:rPr lang="fr-FR" sz="600" b="0" i="0" u="none" strike="noStrike" baseline="0" dirty="0" smtClea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 CAUSE</a:t>
                      </a:r>
                      <a:endParaRPr lang="fr-FR" sz="6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POINT BLOQUANTS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Cancel Time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DR2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89275"/>
                  </a:ext>
                </a:extLst>
              </a:tr>
              <a:tr h="594696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TT-DT260804-0052-RES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FIOVI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LOM-214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04-08-2026 09:42:00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10:25:00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04-08-2026 20:07:00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WO-DT-20260804_01 : BASCULEMENT DES EQUIPEMENTS FIELD ET ENERGIE SUR LE NOUVEAU PYLONE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618231"/>
                  </a:ext>
                </a:extLst>
              </a:tr>
              <a:tr h="87082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TT-DT260804-0053-RES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AGBELIKO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LOM-323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04-08-2026 18:47:00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 COURS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ENVIRONNEMENT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SURCHAUFFE DE L'OLT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SURCHAUFFE DE L'OLT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FTTM PORTE PAR L'OLT ZANGUERA2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588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77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C72BF-B454-7239-0033-C2C587F6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2">
            <a:extLst>
              <a:ext uri="{FF2B5EF4-FFF2-40B4-BE49-F238E27FC236}">
                <a16:creationId xmlns:a16="http://schemas.microsoft.com/office/drawing/2014/main" id="{CC5E4E3F-D4B2-BF5A-4B8A-380E8C7F9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91" y="88724"/>
            <a:ext cx="10506075" cy="8707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fr-FR" sz="2000" b="1" dirty="0">
                <a:latin typeface="ITC Avant Garde Gothic Std Medi" panose="020B0602020202020204" pitchFamily="34" charset="0"/>
              </a:rPr>
              <a:t>REUNION GESTION DES INCIDENTS </a:t>
            </a:r>
            <a:r>
              <a:rPr lang="fr-FR" sz="3600" b="1" dirty="0">
                <a:latin typeface="ITC Avant Garde Gothic Std Medi" panose="020B0602020202020204" pitchFamily="34" charset="0"/>
              </a:rPr>
              <a:t/>
            </a:r>
            <a:br>
              <a:rPr lang="fr-FR" sz="3600" b="1" dirty="0">
                <a:latin typeface="ITC Avant Garde Gothic Std Medi" panose="020B0602020202020204" pitchFamily="34" charset="0"/>
              </a:rPr>
            </a:br>
            <a:r>
              <a:rPr lang="fr-FR" sz="2000" b="1" dirty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DETAIL</a:t>
            </a:r>
            <a:r>
              <a:rPr lang="fr-FR" sz="3600" b="1" dirty="0">
                <a:latin typeface="ITC Avant Garde Gothic Std Medi" panose="020B0602020202020204" pitchFamily="34" charset="0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DR2</a:t>
            </a:r>
            <a:endParaRPr lang="fr-FR" sz="2700" b="1" dirty="0">
              <a:latin typeface="ITC Avant Garde Gothic Std Medi" panose="020B0602020202020204" pitchFamily="34" charset="0"/>
            </a:endParaRP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713527"/>
              </p:ext>
            </p:extLst>
          </p:nvPr>
        </p:nvGraphicFramePr>
        <p:xfrm>
          <a:off x="133068" y="1049699"/>
          <a:ext cx="11639055" cy="5514090"/>
        </p:xfrm>
        <a:graphic>
          <a:graphicData uri="http://schemas.openxmlformats.org/drawingml/2006/table">
            <a:tbl>
              <a:tblPr/>
              <a:tblGrid>
                <a:gridCol w="142467">
                  <a:extLst>
                    <a:ext uri="{9D8B030D-6E8A-4147-A177-3AD203B41FA5}">
                      <a16:colId xmlns:a16="http://schemas.microsoft.com/office/drawing/2014/main" val="1008756243"/>
                    </a:ext>
                  </a:extLst>
                </a:gridCol>
                <a:gridCol w="830362">
                  <a:extLst>
                    <a:ext uri="{9D8B030D-6E8A-4147-A177-3AD203B41FA5}">
                      <a16:colId xmlns:a16="http://schemas.microsoft.com/office/drawing/2014/main" val="3886769458"/>
                    </a:ext>
                  </a:extLst>
                </a:gridCol>
                <a:gridCol w="553917">
                  <a:extLst>
                    <a:ext uri="{9D8B030D-6E8A-4147-A177-3AD203B41FA5}">
                      <a16:colId xmlns:a16="http://schemas.microsoft.com/office/drawing/2014/main" val="3187352905"/>
                    </a:ext>
                  </a:extLst>
                </a:gridCol>
                <a:gridCol w="849952">
                  <a:extLst>
                    <a:ext uri="{9D8B030D-6E8A-4147-A177-3AD203B41FA5}">
                      <a16:colId xmlns:a16="http://schemas.microsoft.com/office/drawing/2014/main" val="3465563270"/>
                    </a:ext>
                  </a:extLst>
                </a:gridCol>
                <a:gridCol w="244609">
                  <a:extLst>
                    <a:ext uri="{9D8B030D-6E8A-4147-A177-3AD203B41FA5}">
                      <a16:colId xmlns:a16="http://schemas.microsoft.com/office/drawing/2014/main" val="317301443"/>
                    </a:ext>
                  </a:extLst>
                </a:gridCol>
                <a:gridCol w="638940">
                  <a:extLst>
                    <a:ext uri="{9D8B030D-6E8A-4147-A177-3AD203B41FA5}">
                      <a16:colId xmlns:a16="http://schemas.microsoft.com/office/drawing/2014/main" val="4012376531"/>
                    </a:ext>
                  </a:extLst>
                </a:gridCol>
                <a:gridCol w="749237">
                  <a:extLst>
                    <a:ext uri="{9D8B030D-6E8A-4147-A177-3AD203B41FA5}">
                      <a16:colId xmlns:a16="http://schemas.microsoft.com/office/drawing/2014/main" val="1421463425"/>
                    </a:ext>
                  </a:extLst>
                </a:gridCol>
                <a:gridCol w="882011">
                  <a:extLst>
                    <a:ext uri="{9D8B030D-6E8A-4147-A177-3AD203B41FA5}">
                      <a16:colId xmlns:a16="http://schemas.microsoft.com/office/drawing/2014/main" val="693742245"/>
                    </a:ext>
                  </a:extLst>
                </a:gridCol>
                <a:gridCol w="1161633">
                  <a:extLst>
                    <a:ext uri="{9D8B030D-6E8A-4147-A177-3AD203B41FA5}">
                      <a16:colId xmlns:a16="http://schemas.microsoft.com/office/drawing/2014/main" val="1202343361"/>
                    </a:ext>
                  </a:extLst>
                </a:gridCol>
                <a:gridCol w="1968759">
                  <a:extLst>
                    <a:ext uri="{9D8B030D-6E8A-4147-A177-3AD203B41FA5}">
                      <a16:colId xmlns:a16="http://schemas.microsoft.com/office/drawing/2014/main" val="1102775619"/>
                    </a:ext>
                  </a:extLst>
                </a:gridCol>
                <a:gridCol w="821094">
                  <a:extLst>
                    <a:ext uri="{9D8B030D-6E8A-4147-A177-3AD203B41FA5}">
                      <a16:colId xmlns:a16="http://schemas.microsoft.com/office/drawing/2014/main" val="2681810144"/>
                    </a:ext>
                  </a:extLst>
                </a:gridCol>
                <a:gridCol w="867747">
                  <a:extLst>
                    <a:ext uri="{9D8B030D-6E8A-4147-A177-3AD203B41FA5}">
                      <a16:colId xmlns:a16="http://schemas.microsoft.com/office/drawing/2014/main" val="1594069468"/>
                    </a:ext>
                  </a:extLst>
                </a:gridCol>
                <a:gridCol w="1539896">
                  <a:extLst>
                    <a:ext uri="{9D8B030D-6E8A-4147-A177-3AD203B41FA5}">
                      <a16:colId xmlns:a16="http://schemas.microsoft.com/office/drawing/2014/main" val="2284816464"/>
                    </a:ext>
                  </a:extLst>
                </a:gridCol>
                <a:gridCol w="388431">
                  <a:extLst>
                    <a:ext uri="{9D8B030D-6E8A-4147-A177-3AD203B41FA5}">
                      <a16:colId xmlns:a16="http://schemas.microsoft.com/office/drawing/2014/main" val="1461430970"/>
                    </a:ext>
                  </a:extLst>
                </a:gridCol>
              </a:tblGrid>
              <a:tr h="129180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 DE VIOLATION DR2 </a:t>
                      </a:r>
                      <a:r>
                        <a:rPr lang="fr-F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 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077188"/>
                  </a:ext>
                </a:extLst>
              </a:tr>
              <a:tr h="129180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7 </a:t>
                      </a:r>
                      <a:r>
                        <a:rPr lang="fr-FR" sz="800" b="1" i="0" u="none" strike="noStrike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DR2</a:t>
                      </a:r>
                      <a:endParaRPr lang="fr-FR" sz="8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364987"/>
                  </a:ext>
                </a:extLst>
              </a:tr>
              <a:tr h="103781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N°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Numero</a:t>
                      </a:r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 ticket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</a:t>
                      </a:r>
                      <a:r>
                        <a:rPr lang="fr-FR" sz="6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parent</a:t>
                      </a:r>
                      <a:endParaRPr lang="fr-FR" sz="6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Name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ID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Alarm Time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DUREE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Catégorie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CAUSE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6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POINT BLOQUANTS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Cancel Time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DR2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89275"/>
                  </a:ext>
                </a:extLst>
              </a:tr>
              <a:tr h="3034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TT-DT260804-0053-RES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AGBELIKO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LOM-323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04-08-2026 18:47:00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18:39:00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ENVIRONNEMENT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SURCHAUFFE</a:t>
                      </a:r>
                      <a:r>
                        <a:rPr lang="fr-F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DE l’OLT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SURCHAUFFE</a:t>
                      </a:r>
                      <a:r>
                        <a:rPr lang="fr-F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DE l’OLT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13:26:00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618231"/>
                  </a:ext>
                </a:extLst>
              </a:tr>
              <a:tr h="74758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TT-DT260805-0002-RES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KPETSOU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MAR-085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02:32:00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03:43:00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ENERGIE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AVARIE 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BATTERIES ATELIER SOLAIRE DECHARGEES/AVARIE 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06:15:00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588146"/>
                  </a:ext>
                </a:extLst>
              </a:tr>
              <a:tr h="3034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TT-DT260805-0012-RES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PAGOUDA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PAGOUDA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KAR-033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09:30:00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08:08:00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17:38:00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WO-DT-20260210_04:SWAP DES LIAISONS FH DANS LE CADRE DU 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392"/>
                  </a:ext>
                </a:extLst>
              </a:tr>
              <a:tr h="3034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TT-DT260805-0012-RES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PAGOUDA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BOUFALE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KAR-101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09:30:00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08:08:00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17:38:00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WO-DT-20260210_04:SWAP DES LIAISONS FH DANS LE CADRE DU 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703943"/>
                  </a:ext>
                </a:extLst>
              </a:tr>
              <a:tr h="303477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TT-DT260805-0012-RES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PAGOUDA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PAGOUDA-KAGNISSI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KAR-108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09:30:00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08:28:00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17:58:00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WO-DT-20260210_04:SWAP DES LIAISONS FH DANS LE CADRE DU 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31393"/>
                  </a:ext>
                </a:extLst>
              </a:tr>
              <a:tr h="451514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TT-DT260805-0012-RES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PAGOUDA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SOLA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KAR-045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09:30:00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08:08:00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17:38:00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WO-DT-20260210_04:SWAP DES LIAISONS FH DANS LE CADRE DU 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378563"/>
                  </a:ext>
                </a:extLst>
              </a:tr>
              <a:tr h="451514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TT-DT260805-0080-RES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GBANKONE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SAV-101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18:17:00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 COURS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FH-FIELD 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CARTE MSS E HS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CARTE MSS E HS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RESPECT NORME SURETE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970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02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C72BF-B454-7239-0033-C2C587F6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2">
            <a:extLst>
              <a:ext uri="{FF2B5EF4-FFF2-40B4-BE49-F238E27FC236}">
                <a16:creationId xmlns:a16="http://schemas.microsoft.com/office/drawing/2014/main" id="{CC5E4E3F-D4B2-BF5A-4B8A-380E8C7F9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91" y="88724"/>
            <a:ext cx="10506075" cy="87078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fr-FR" sz="2000" b="1" dirty="0">
                <a:latin typeface="ITC Avant Garde Gothic Std Medi" panose="020B0602020202020204" pitchFamily="34" charset="0"/>
              </a:rPr>
              <a:t>REUNION GESTION DES INCIDENTS </a:t>
            </a:r>
            <a:r>
              <a:rPr lang="fr-FR" sz="3600" b="1" dirty="0">
                <a:latin typeface="ITC Avant Garde Gothic Std Medi" panose="020B0602020202020204" pitchFamily="34" charset="0"/>
              </a:rPr>
              <a:t/>
            </a:r>
            <a:br>
              <a:rPr lang="fr-FR" sz="3600" b="1" dirty="0">
                <a:latin typeface="ITC Avant Garde Gothic Std Medi" panose="020B0602020202020204" pitchFamily="34" charset="0"/>
              </a:rPr>
            </a:br>
            <a:r>
              <a:rPr lang="fr-FR" sz="2000" b="1" dirty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DETAIL</a:t>
            </a:r>
            <a:r>
              <a:rPr lang="fr-FR" sz="3600" b="1" dirty="0">
                <a:latin typeface="ITC Avant Garde Gothic Std Medi" panose="020B0602020202020204" pitchFamily="34" charset="0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DR2 JEUDI</a:t>
            </a:r>
            <a:r>
              <a:rPr lang="en-US" sz="1100" dirty="0"/>
              <a:t/>
            </a:r>
            <a:br>
              <a:rPr lang="en-US" sz="1100" dirty="0"/>
            </a:br>
            <a:endParaRPr lang="fr-FR" sz="2700" b="1" dirty="0">
              <a:latin typeface="ITC Avant Garde Gothic Std Medi" panose="020B0602020202020204" pitchFamily="34" charset="0"/>
            </a:endParaRPr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CAAC5247-911B-8649-1E79-94956D5F5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51601"/>
              </p:ext>
            </p:extLst>
          </p:nvPr>
        </p:nvGraphicFramePr>
        <p:xfrm>
          <a:off x="416097" y="5102572"/>
          <a:ext cx="2560368" cy="1198245"/>
        </p:xfrm>
        <a:graphic>
          <a:graphicData uri="http://schemas.openxmlformats.org/drawingml/2006/table">
            <a:tbl>
              <a:tblPr/>
              <a:tblGrid>
                <a:gridCol w="1227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307">
                <a:tc>
                  <a:txBody>
                    <a:bodyPr/>
                    <a:lstStyle/>
                    <a:p>
                      <a:pPr algn="l" rtl="0" fontAlgn="t"/>
                      <a:r>
                        <a:rPr lang="fr-FR" sz="900" b="1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S</a:t>
                      </a:r>
                      <a:r>
                        <a:rPr lang="fr-FR" sz="900" b="1" i="0" u="none" strike="noStrike" baseline="0" dirty="0" smtClean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fr-FR" sz="900" b="1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=18</a:t>
                      </a:r>
                      <a:r>
                        <a:rPr lang="fr-FR" sz="900" b="1" i="0" u="none" strike="noStrike" baseline="0" dirty="0" smtClean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fr-FR" sz="900" b="1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DR2</a:t>
                      </a:r>
                      <a:endParaRPr lang="fr-FR" sz="900" b="1" i="0" u="none" strike="noStrike" dirty="0">
                        <a:solidFill>
                          <a:srgbClr val="00206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fr-FR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DR2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fr-FR" sz="900" b="1" i="0" u="none" strike="noStrike" dirty="0">
                          <a:solidFill>
                            <a:srgbClr val="002060"/>
                          </a:solidFill>
                          <a:effectLst/>
                          <a:latin typeface="Century Gothic" panose="020B0502020202020204" pitchFamily="34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354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PROJET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354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TRANS FH-FIELD 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442714"/>
                  </a:ext>
                </a:extLst>
              </a:tr>
              <a:tr h="141354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ENERGIE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904115"/>
                  </a:ext>
                </a:extLst>
              </a:tr>
              <a:tr h="141354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ENVIRONNEMENT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720076"/>
                  </a:ext>
                </a:extLst>
              </a:tr>
              <a:tr h="141354">
                <a:tc>
                  <a:txBody>
                    <a:bodyPr/>
                    <a:lstStyle/>
                    <a:p>
                      <a:pPr algn="l" fontAlgn="b"/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797459"/>
                  </a:ext>
                </a:extLst>
              </a:tr>
              <a:tr h="141354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33901"/>
                  </a:ext>
                </a:extLst>
              </a:tr>
            </a:tbl>
          </a:graphicData>
        </a:graphic>
      </p:graphicFrame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AB6292EA-89B7-94D3-DC55-91E5534E4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94480"/>
              </p:ext>
            </p:extLst>
          </p:nvPr>
        </p:nvGraphicFramePr>
        <p:xfrm>
          <a:off x="6796430" y="5102572"/>
          <a:ext cx="4469363" cy="1336822"/>
        </p:xfrm>
        <a:graphic>
          <a:graphicData uri="http://schemas.openxmlformats.org/drawingml/2006/table">
            <a:tbl>
              <a:tblPr/>
              <a:tblGrid>
                <a:gridCol w="3180305">
                  <a:extLst>
                    <a:ext uri="{9D8B030D-6E8A-4147-A177-3AD203B41FA5}">
                      <a16:colId xmlns:a16="http://schemas.microsoft.com/office/drawing/2014/main" val="4180841069"/>
                    </a:ext>
                  </a:extLst>
                </a:gridCol>
                <a:gridCol w="453418">
                  <a:extLst>
                    <a:ext uri="{9D8B030D-6E8A-4147-A177-3AD203B41FA5}">
                      <a16:colId xmlns:a16="http://schemas.microsoft.com/office/drawing/2014/main" val="2760079582"/>
                    </a:ext>
                  </a:extLst>
                </a:gridCol>
                <a:gridCol w="835640">
                  <a:extLst>
                    <a:ext uri="{9D8B030D-6E8A-4147-A177-3AD203B41FA5}">
                      <a16:colId xmlns:a16="http://schemas.microsoft.com/office/drawing/2014/main" val="3126968138"/>
                    </a:ext>
                  </a:extLst>
                </a:gridCol>
              </a:tblGrid>
              <a:tr h="136043">
                <a:tc gridSpan="3">
                  <a:txBody>
                    <a:bodyPr/>
                    <a:lstStyle/>
                    <a:p>
                      <a:pPr algn="l" rtl="0" fontAlgn="b"/>
                      <a:r>
                        <a:rPr lang="fr-F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Century Gothic" panose="020B0502020202020204" pitchFamily="34" charset="0"/>
                        </a:rPr>
                        <a:t>TOP RECCURENT</a:t>
                      </a:r>
                      <a:r>
                        <a:rPr lang="fr-FR" sz="900" b="1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fr-FR" sz="900" b="1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Century Gothic" panose="020B0502020202020204" pitchFamily="34" charset="0"/>
                        </a:rPr>
                        <a:t>CAUSE ( </a:t>
                      </a:r>
                      <a:r>
                        <a:rPr lang="fr-FR" sz="900" b="1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Century Gothic" panose="020B0502020202020204" pitchFamily="34" charset="0"/>
                        </a:rPr>
                        <a:t>18)</a:t>
                      </a:r>
                      <a:endParaRPr lang="fr-FR" sz="900" b="1" i="0" u="none" strike="noStrike" dirty="0">
                        <a:solidFill>
                          <a:srgbClr val="FF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fr-FR" sz="1100" b="1" i="0" u="none" strike="noStrike" dirty="0">
                        <a:solidFill>
                          <a:srgbClr val="FF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 fontAlgn="b"/>
                      <a:endParaRPr lang="fr-FR" sz="1100" b="1" i="0" u="none" strike="noStrike" dirty="0">
                        <a:solidFill>
                          <a:srgbClr val="FF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268204"/>
                  </a:ext>
                </a:extLst>
              </a:tr>
              <a:tr h="216955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 ORDER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165124"/>
                  </a:ext>
                </a:extLst>
              </a:tr>
              <a:tr h="162545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AVARIE 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530605"/>
                  </a:ext>
                </a:extLst>
              </a:tr>
              <a:tr h="265974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SURCHAUFFE DE L'OLT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459857"/>
                  </a:ext>
                </a:extLst>
              </a:tr>
              <a:tr h="265974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CARTE MPR HS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680535"/>
                  </a:ext>
                </a:extLst>
              </a:tr>
              <a:tr h="265974">
                <a:tc>
                  <a:txBody>
                    <a:bodyPr/>
                    <a:lstStyle/>
                    <a:p>
                      <a:pPr algn="l" fontAlgn="b"/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291834"/>
                  </a:ext>
                </a:extLst>
              </a:tr>
            </a:tbl>
          </a:graphicData>
        </a:graphic>
      </p:graphicFrame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458021"/>
              </p:ext>
            </p:extLst>
          </p:nvPr>
        </p:nvGraphicFramePr>
        <p:xfrm>
          <a:off x="207712" y="959507"/>
          <a:ext cx="11639055" cy="3931654"/>
        </p:xfrm>
        <a:graphic>
          <a:graphicData uri="http://schemas.openxmlformats.org/drawingml/2006/table">
            <a:tbl>
              <a:tblPr/>
              <a:tblGrid>
                <a:gridCol w="142467">
                  <a:extLst>
                    <a:ext uri="{9D8B030D-6E8A-4147-A177-3AD203B41FA5}">
                      <a16:colId xmlns:a16="http://schemas.microsoft.com/office/drawing/2014/main" val="1008756243"/>
                    </a:ext>
                  </a:extLst>
                </a:gridCol>
                <a:gridCol w="830362">
                  <a:extLst>
                    <a:ext uri="{9D8B030D-6E8A-4147-A177-3AD203B41FA5}">
                      <a16:colId xmlns:a16="http://schemas.microsoft.com/office/drawing/2014/main" val="3886769458"/>
                    </a:ext>
                  </a:extLst>
                </a:gridCol>
                <a:gridCol w="553917">
                  <a:extLst>
                    <a:ext uri="{9D8B030D-6E8A-4147-A177-3AD203B41FA5}">
                      <a16:colId xmlns:a16="http://schemas.microsoft.com/office/drawing/2014/main" val="3187352905"/>
                    </a:ext>
                  </a:extLst>
                </a:gridCol>
                <a:gridCol w="849952">
                  <a:extLst>
                    <a:ext uri="{9D8B030D-6E8A-4147-A177-3AD203B41FA5}">
                      <a16:colId xmlns:a16="http://schemas.microsoft.com/office/drawing/2014/main" val="3465563270"/>
                    </a:ext>
                  </a:extLst>
                </a:gridCol>
                <a:gridCol w="244609">
                  <a:extLst>
                    <a:ext uri="{9D8B030D-6E8A-4147-A177-3AD203B41FA5}">
                      <a16:colId xmlns:a16="http://schemas.microsoft.com/office/drawing/2014/main" val="317301443"/>
                    </a:ext>
                  </a:extLst>
                </a:gridCol>
                <a:gridCol w="638940">
                  <a:extLst>
                    <a:ext uri="{9D8B030D-6E8A-4147-A177-3AD203B41FA5}">
                      <a16:colId xmlns:a16="http://schemas.microsoft.com/office/drawing/2014/main" val="4012376531"/>
                    </a:ext>
                  </a:extLst>
                </a:gridCol>
                <a:gridCol w="749237">
                  <a:extLst>
                    <a:ext uri="{9D8B030D-6E8A-4147-A177-3AD203B41FA5}">
                      <a16:colId xmlns:a16="http://schemas.microsoft.com/office/drawing/2014/main" val="1421463425"/>
                    </a:ext>
                  </a:extLst>
                </a:gridCol>
                <a:gridCol w="882011">
                  <a:extLst>
                    <a:ext uri="{9D8B030D-6E8A-4147-A177-3AD203B41FA5}">
                      <a16:colId xmlns:a16="http://schemas.microsoft.com/office/drawing/2014/main" val="693742245"/>
                    </a:ext>
                  </a:extLst>
                </a:gridCol>
                <a:gridCol w="1236279">
                  <a:extLst>
                    <a:ext uri="{9D8B030D-6E8A-4147-A177-3AD203B41FA5}">
                      <a16:colId xmlns:a16="http://schemas.microsoft.com/office/drawing/2014/main" val="120234336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778813510"/>
                    </a:ext>
                  </a:extLst>
                </a:gridCol>
                <a:gridCol w="1119673">
                  <a:extLst>
                    <a:ext uri="{9D8B030D-6E8A-4147-A177-3AD203B41FA5}">
                      <a16:colId xmlns:a16="http://schemas.microsoft.com/office/drawing/2014/main" val="2681810144"/>
                    </a:ext>
                  </a:extLst>
                </a:gridCol>
                <a:gridCol w="895739">
                  <a:extLst>
                    <a:ext uri="{9D8B030D-6E8A-4147-A177-3AD203B41FA5}">
                      <a16:colId xmlns:a16="http://schemas.microsoft.com/office/drawing/2014/main" val="1594069468"/>
                    </a:ext>
                  </a:extLst>
                </a:gridCol>
                <a:gridCol w="1856792">
                  <a:extLst>
                    <a:ext uri="{9D8B030D-6E8A-4147-A177-3AD203B41FA5}">
                      <a16:colId xmlns:a16="http://schemas.microsoft.com/office/drawing/2014/main" val="2284816464"/>
                    </a:ext>
                  </a:extLst>
                </a:gridCol>
                <a:gridCol w="267477">
                  <a:extLst>
                    <a:ext uri="{9D8B030D-6E8A-4147-A177-3AD203B41FA5}">
                      <a16:colId xmlns:a16="http://schemas.microsoft.com/office/drawing/2014/main" val="1461430970"/>
                    </a:ext>
                  </a:extLst>
                </a:gridCol>
              </a:tblGrid>
              <a:tr h="120174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CAS DE VIOLATION DR2 </a:t>
                      </a:r>
                      <a:r>
                        <a:rPr lang="fr-FR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06-06-2026  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077188"/>
                  </a:ext>
                </a:extLst>
              </a:tr>
              <a:tr h="120174">
                <a:tc gridSpan="14">
                  <a:txBody>
                    <a:bodyPr/>
                    <a:lstStyle/>
                    <a:p>
                      <a:pPr algn="ctr" fontAlgn="ctr"/>
                      <a:r>
                        <a:rPr lang="fr-FR" sz="800" b="1" i="0" u="none" strike="noStrike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5 DR2</a:t>
                      </a:r>
                      <a:endParaRPr lang="fr-FR" sz="800" b="1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fr-FR" sz="8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364987"/>
                  </a:ext>
                </a:extLst>
              </a:tr>
              <a:tr h="90762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N°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Numero</a:t>
                      </a:r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 ticket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</a:t>
                      </a:r>
                      <a:r>
                        <a:rPr lang="fr-FR" sz="6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parent</a:t>
                      </a:r>
                      <a:endParaRPr lang="fr-FR" sz="6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Name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Site ID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Alarm Time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DUREE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Catégorie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CAUSE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ROOT CAUSE</a:t>
                      </a:r>
                      <a:endParaRPr lang="fr-FR" sz="6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POINT BLOQUANTS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Cancel Time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DR2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89275"/>
                  </a:ext>
                </a:extLst>
              </a:tr>
              <a:tr h="76949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TT-DT260805-0071-RES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PAGOUDA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BOUFALE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KAR-101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19:22:00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13:41:00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06-08-2026 09:03:00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WO-DT-20260210_04:SWAP DES LIAISONS FH DANS LE CADRE DU 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618231"/>
                  </a:ext>
                </a:extLst>
              </a:tr>
              <a:tr h="76949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TT-DT260805-0072-RES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PAGOUDA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PAGOUDA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KAR-033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19:22:00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13:41:00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06-08-2026 09:03:00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WO-DT-20260210_04:SWAP DES LIAISONS FH DANS LE CADRE DU 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588146"/>
                  </a:ext>
                </a:extLst>
              </a:tr>
              <a:tr h="76949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TT-DT260805-0073-RES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PAGOUDA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PAGOUDA-KAGNISSI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KAR-108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19:22:00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13:41:00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06-08-2026 09:03:00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WO-DT-20260210_04:SWAP DES LIAISONS FH DANS LE CADRE DU 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392"/>
                  </a:ext>
                </a:extLst>
              </a:tr>
              <a:tr h="769495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TT-DT260805-0074-RES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PAGOUDA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SOLA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KAR-045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19:22:00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13:41:00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WORK ORDER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06-08-2026 09:03:00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WO-DT-20260210_04:SWAP DES LIAISONS FH DANS LE CADRE DU PROJET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703943"/>
                  </a:ext>
                </a:extLst>
              </a:tr>
              <a:tr h="492651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fr-FR" sz="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618" marR="2618" marT="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TT-DT260805-0080-RES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GBANKONE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SAV-101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05-08-2026 18:17:00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13:24:00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TRANS FH-FIELD 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CARTE MPR HS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PANNE MPR/CARTE MSS E HS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RESPECT NORME SURETE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06-08-2026 07:41:00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AB4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OUI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31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5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4AB683D0-4927-4366-AE92-B1060024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726" y="97111"/>
            <a:ext cx="8457928" cy="55236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latin typeface="ITC Avant Garde Gothic Std Medi" panose="020B0602020202020204" pitchFamily="34" charset="0"/>
              </a:rPr>
              <a:t>RAPPORT GESTION DES INCIDENTS </a:t>
            </a:r>
            <a:br>
              <a:rPr lang="fr-FR" sz="1800" b="1" dirty="0">
                <a:latin typeface="ITC Avant Garde Gothic Std Medi" panose="020B0602020202020204" pitchFamily="34" charset="0"/>
              </a:rPr>
            </a:br>
            <a:r>
              <a:rPr lang="fr-FR" sz="1800" dirty="0">
                <a:solidFill>
                  <a:srgbClr val="FF0000"/>
                </a:solidFill>
                <a:latin typeface="ITC Avant Garde Gothic Std Medi" panose="020B0602020202020204" pitchFamily="34" charset="0"/>
              </a:rPr>
              <a:t>Aperçu global et comparatif des tendances DR2 </a:t>
            </a:r>
            <a:r>
              <a:rPr lang="fr-FR" sz="1800" b="1" dirty="0">
                <a:solidFill>
                  <a:srgbClr val="002060"/>
                </a:solidFill>
                <a:latin typeface="ITC Avant Garde Gothic Std Medi" panose="020B0602020202020204" pitchFamily="34" charset="0"/>
              </a:rPr>
              <a:t/>
            </a:r>
            <a:br>
              <a:rPr lang="fr-FR" sz="1800" b="1" dirty="0">
                <a:solidFill>
                  <a:srgbClr val="002060"/>
                </a:solidFill>
                <a:latin typeface="ITC Avant Garde Gothic Std Medi" panose="020B0602020202020204" pitchFamily="34" charset="0"/>
              </a:rPr>
            </a:b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TC Avant Garde Std Md" panose="020B0602020202020204"/>
                <a:ea typeface="+mn-ea"/>
                <a:cs typeface="+mn-cs"/>
              </a:rPr>
              <a:t/>
            </a:r>
            <a:b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TC Avant Garde Std Md" panose="020B0602020202020204"/>
                <a:ea typeface="+mn-ea"/>
                <a:cs typeface="+mn-cs"/>
              </a:rPr>
            </a:b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TC Avant Garde Std Md" panose="020B0602020202020204"/>
                <a:ea typeface="+mn-ea"/>
                <a:cs typeface="+mn-cs"/>
              </a:rPr>
              <a:t/>
            </a:r>
            <a:b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TC Avant Garde Std Md" panose="020B0602020202020204"/>
                <a:ea typeface="+mn-ea"/>
                <a:cs typeface="+mn-cs"/>
              </a:rPr>
            </a:br>
            <a:endParaRPr lang="fr-FR" dirty="0"/>
          </a:p>
        </p:txBody>
      </p:sp>
      <p:sp>
        <p:nvSpPr>
          <p:cNvPr id="2" name="AutoShape 277">
            <a:extLst>
              <a:ext uri="{FF2B5EF4-FFF2-40B4-BE49-F238E27FC236}">
                <a16:creationId xmlns:a16="http://schemas.microsoft.com/office/drawing/2014/main" id="{BBC9B34B-ED82-E33A-A107-24451973E6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3722640"/>
              </p:ext>
            </p:extLst>
          </p:nvPr>
        </p:nvGraphicFramePr>
        <p:xfrm>
          <a:off x="137319" y="1264574"/>
          <a:ext cx="11917362" cy="511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Feuille de calcul" r:id="rId3" imgW="11917822" imgH="3093736" progId="Excel.Sheet.12">
                  <p:link updateAutomatic="1"/>
                </p:oleObj>
              </mc:Choice>
              <mc:Fallback>
                <p:oleObj name="Feuille de calcul" r:id="rId3" imgW="11917822" imgH="309373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319" y="1264574"/>
                        <a:ext cx="11917362" cy="5113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841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856F1F-F04A-AECF-5CEE-CE6E24E658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YAS Togo / DT / DOC / </a:t>
            </a:r>
            <a:r>
              <a:rPr lang="en-GB" dirty="0" err="1"/>
              <a:t>iSOC</a:t>
            </a:r>
            <a:r>
              <a:rPr lang="en-GB" dirty="0"/>
              <a:t> / GDI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FD9F2-EBBA-CB75-9A0D-175E081068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2739" y="1758481"/>
            <a:ext cx="3999056" cy="1000125"/>
          </a:xfrm>
        </p:spPr>
        <p:txBody>
          <a:bodyPr/>
          <a:lstStyle/>
          <a:p>
            <a:r>
              <a:rPr lang="en-GB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74286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S">
  <a:themeElements>
    <a:clrScheme name="YAS">
      <a:dk1>
        <a:srgbClr val="00377D"/>
      </a:dk1>
      <a:lt1>
        <a:sysClr val="window" lastClr="FFFFFF"/>
      </a:lt1>
      <a:dk2>
        <a:srgbClr val="00377D"/>
      </a:dk2>
      <a:lt2>
        <a:srgbClr val="E8F1F8"/>
      </a:lt2>
      <a:accent1>
        <a:srgbClr val="00377D"/>
      </a:accent1>
      <a:accent2>
        <a:srgbClr val="FFD100"/>
      </a:accent2>
      <a:accent3>
        <a:srgbClr val="5F99D2"/>
      </a:accent3>
      <a:accent4>
        <a:srgbClr val="FF6462"/>
      </a:accent4>
      <a:accent5>
        <a:srgbClr val="BC4F90"/>
      </a:accent5>
      <a:accent6>
        <a:srgbClr val="58508C"/>
      </a:accent6>
      <a:hlink>
        <a:srgbClr val="00377D"/>
      </a:hlink>
      <a:folHlink>
        <a:srgbClr val="5F99D2"/>
      </a:folHlink>
    </a:clrScheme>
    <a:fontScheme name="Custom 215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>
      <a:srgbClr val="00377D"/>
    </a:custClr>
    <a:custClr>
      <a:srgbClr val="5F99D2"/>
    </a:custClr>
    <a:custClr>
      <a:srgbClr val="4E73A4"/>
    </a:custClr>
    <a:custClr>
      <a:srgbClr val="80ACDC"/>
    </a:custClr>
    <a:custClr>
      <a:srgbClr val="7F9BBE"/>
    </a:custClr>
    <a:custClr>
      <a:srgbClr val="B0CBE8"/>
    </a:custClr>
    <a:custClr>
      <a:srgbClr val="E8F1F8"/>
    </a:custClr>
  </a:custClrLst>
  <a:extLst>
    <a:ext uri="{05A4C25C-085E-4340-85A3-A5531E510DB2}">
      <thm15:themeFamily xmlns:thm15="http://schemas.microsoft.com/office/thememl/2012/main" name="Mixx by YAS_20241025.potx" id="{E6D041AB-83BB-46EA-B53D-7071FAA6ED3A}" vid="{BBF93635-CE49-45D7-8C13-B605673261D3}"/>
    </a:ext>
  </a:extLst>
</a:theme>
</file>

<file path=ppt/theme/theme2.xml><?xml version="1.0" encoding="utf-8"?>
<a:theme xmlns:a="http://schemas.openxmlformats.org/drawingml/2006/main" name="CONTENT_White">
  <a:themeElements>
    <a:clrScheme name="YAS">
      <a:dk1>
        <a:srgbClr val="00377D"/>
      </a:dk1>
      <a:lt1>
        <a:sysClr val="window" lastClr="FFFFFF"/>
      </a:lt1>
      <a:dk2>
        <a:srgbClr val="00377D"/>
      </a:dk2>
      <a:lt2>
        <a:srgbClr val="E8F1F8"/>
      </a:lt2>
      <a:accent1>
        <a:srgbClr val="00377D"/>
      </a:accent1>
      <a:accent2>
        <a:srgbClr val="FFD100"/>
      </a:accent2>
      <a:accent3>
        <a:srgbClr val="5F99D2"/>
      </a:accent3>
      <a:accent4>
        <a:srgbClr val="FF6462"/>
      </a:accent4>
      <a:accent5>
        <a:srgbClr val="BC4F90"/>
      </a:accent5>
      <a:accent6>
        <a:srgbClr val="58508C"/>
      </a:accent6>
      <a:hlink>
        <a:srgbClr val="00377D"/>
      </a:hlink>
      <a:folHlink>
        <a:srgbClr val="5F99D2"/>
      </a:folHlink>
    </a:clrScheme>
    <a:fontScheme name="Custom 215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>
      <a:srgbClr val="00377D"/>
    </a:custClr>
    <a:custClr>
      <a:srgbClr val="5F99D2"/>
    </a:custClr>
    <a:custClr>
      <a:srgbClr val="4E73A4"/>
    </a:custClr>
    <a:custClr>
      <a:srgbClr val="80ACDC"/>
    </a:custClr>
    <a:custClr>
      <a:srgbClr val="7F9BBE"/>
    </a:custClr>
    <a:custClr>
      <a:srgbClr val="B0CBE8"/>
    </a:custClr>
    <a:custClr>
      <a:srgbClr val="E8F1F8"/>
    </a:custClr>
  </a:custClrLst>
  <a:extLst>
    <a:ext uri="{05A4C25C-085E-4340-85A3-A5531E510DB2}">
      <thm15:themeFamily xmlns:thm15="http://schemas.microsoft.com/office/thememl/2012/main" name="Mixx by YAS_20241025.potx" id="{E6D041AB-83BB-46EA-B53D-7071FAA6ED3A}" vid="{EA3A3EAA-567C-42A4-BB3C-5E3B629DBF6B}"/>
    </a:ext>
  </a:extLst>
</a:theme>
</file>

<file path=ppt/theme/theme3.xml><?xml version="1.0" encoding="utf-8"?>
<a:theme xmlns:a="http://schemas.openxmlformats.org/drawingml/2006/main" name="CONTENT_Yellow">
  <a:themeElements>
    <a:clrScheme name="YAS">
      <a:dk1>
        <a:srgbClr val="00377D"/>
      </a:dk1>
      <a:lt1>
        <a:sysClr val="window" lastClr="FFFFFF"/>
      </a:lt1>
      <a:dk2>
        <a:srgbClr val="00377D"/>
      </a:dk2>
      <a:lt2>
        <a:srgbClr val="E8F1F8"/>
      </a:lt2>
      <a:accent1>
        <a:srgbClr val="00377D"/>
      </a:accent1>
      <a:accent2>
        <a:srgbClr val="FFD100"/>
      </a:accent2>
      <a:accent3>
        <a:srgbClr val="5F99D2"/>
      </a:accent3>
      <a:accent4>
        <a:srgbClr val="FF6462"/>
      </a:accent4>
      <a:accent5>
        <a:srgbClr val="BC4F90"/>
      </a:accent5>
      <a:accent6>
        <a:srgbClr val="58508C"/>
      </a:accent6>
      <a:hlink>
        <a:srgbClr val="00377D"/>
      </a:hlink>
      <a:folHlink>
        <a:srgbClr val="5F99D2"/>
      </a:folHlink>
    </a:clrScheme>
    <a:fontScheme name="Custom 215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>
      <a:srgbClr val="00377D"/>
    </a:custClr>
    <a:custClr>
      <a:srgbClr val="5F99D2"/>
    </a:custClr>
    <a:custClr>
      <a:srgbClr val="4E73A4"/>
    </a:custClr>
    <a:custClr>
      <a:srgbClr val="80ACDC"/>
    </a:custClr>
    <a:custClr>
      <a:srgbClr val="7F9BBE"/>
    </a:custClr>
    <a:custClr>
      <a:srgbClr val="B0CBE8"/>
    </a:custClr>
    <a:custClr>
      <a:srgbClr val="E8F1F8"/>
    </a:custClr>
  </a:custClrLst>
  <a:extLst>
    <a:ext uri="{05A4C25C-085E-4340-85A3-A5531E510DB2}">
      <thm15:themeFamily xmlns:thm15="http://schemas.microsoft.com/office/thememl/2012/main" name="Mixx by YAS_20241025.potx" id="{E6D041AB-83BB-46EA-B53D-7071FAA6ED3A}" vid="{EA3A3EAA-567C-42A4-BB3C-5E3B629DBF6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24892</TotalTime>
  <Words>765</Words>
  <Application>Microsoft Office PowerPoint</Application>
  <PresentationFormat>Grand écran</PresentationFormat>
  <Paragraphs>387</Paragraphs>
  <Slides>10</Slides>
  <Notes>3</Notes>
  <HiddenSlides>0</HiddenSlides>
  <MMClips>0</MMClips>
  <ScaleCrop>false</ScaleCrop>
  <HeadingPairs>
    <vt:vector size="8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3</vt:i4>
      </vt:variant>
      <vt:variant>
        <vt:lpstr>Liens</vt:lpstr>
      </vt:variant>
      <vt:variant>
        <vt:i4>4</vt:i4>
      </vt:variant>
      <vt:variant>
        <vt:lpstr>Titres des diapositives</vt:lpstr>
      </vt:variant>
      <vt:variant>
        <vt:i4>10</vt:i4>
      </vt:variant>
    </vt:vector>
  </HeadingPairs>
  <TitlesOfParts>
    <vt:vector size="30" baseType="lpstr">
      <vt:lpstr>ITC Avant Garde Std Md</vt:lpstr>
      <vt:lpstr>Figtree ExtraBold</vt:lpstr>
      <vt:lpstr>Century Gothic</vt:lpstr>
      <vt:lpstr>Figtree Medium</vt:lpstr>
      <vt:lpstr>Aptos</vt:lpstr>
      <vt:lpstr>Courier New</vt:lpstr>
      <vt:lpstr>Figtree SemiBold</vt:lpstr>
      <vt:lpstr>Figtree</vt:lpstr>
      <vt:lpstr>Times New Roman</vt:lpstr>
      <vt:lpstr>Wingdings</vt:lpstr>
      <vt:lpstr>ITC Avant Garde Gothic Std Medi</vt:lpstr>
      <vt:lpstr>Calibri</vt:lpstr>
      <vt:lpstr>Arial</vt:lpstr>
      <vt:lpstr>TITLES</vt:lpstr>
      <vt:lpstr>CONTENT_White</vt:lpstr>
      <vt:lpstr>CONTENT_Yellow</vt:lpstr>
      <vt:lpstr>file:///C:\Users\rmaboudou\Documents\gdi%20presentation\NOUVEAU%20FICHIER%20%20GDI.xlsx!DR1!L20C6:L26C8</vt:lpstr>
      <vt:lpstr>file:///C:\Users\rmaboudou\Documents\gdi%20presentation\NOUVEAU%20FICHIER%20%20GDI.xlsx!TREND%20DR2!%5bNOUVEAU%20FICHIER%20%20GDI.xlsx%5dTREND%20DR2%20Graphique%205</vt:lpstr>
      <vt:lpstr>file:///C:\Users\rmaboudou\Documents\gdi%20presentation\NOUVEAU%20FICHIER%20%20GDI.xlsx!TREND%20DR2!L42C3:L44C4</vt:lpstr>
      <vt:lpstr>file:///C:\Users\rmaboudou\Documents\gdi%20presentation\NOUVEAU%20FICHIER%20%20GDI.xlsx!PUB%20JURNALIER!L3C3:L18C20</vt:lpstr>
      <vt:lpstr>Présentation PowerPoint</vt:lpstr>
      <vt:lpstr>Présentation PowerPoint</vt:lpstr>
      <vt:lpstr>Présentation PowerPoint</vt:lpstr>
      <vt:lpstr>REUNION GESTION DES INCIDENTS  DR2 TREND </vt:lpstr>
      <vt:lpstr>REUNION GESTION DES INCIDENTS  DETAIL DR2</vt:lpstr>
      <vt:lpstr>REUNION GESTION DES INCIDENTS  DETAIL DR2</vt:lpstr>
      <vt:lpstr>REUNION GESTION DES INCIDENTS  DETAIL DR2</vt:lpstr>
      <vt:lpstr>REUNION GESTION DES INCIDENTS  DETAIL DR2 JEUDI </vt:lpstr>
      <vt:lpstr>RAPPORT GESTION DES INCIDENTS  Aperçu global et comparatif des tendances DR2   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Debra  Wheelwright</dc:creator>
  <cp:lastModifiedBy>Richard Duke Maboudou</cp:lastModifiedBy>
  <cp:revision>641</cp:revision>
  <dcterms:created xsi:type="dcterms:W3CDTF">2024-10-22T12:00:24Z</dcterms:created>
  <dcterms:modified xsi:type="dcterms:W3CDTF">2026-08-07T07:55:24Z</dcterms:modified>
</cp:coreProperties>
</file>